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e2fabb67f044af" /><Relationship Type="http://schemas.openxmlformats.org/officeDocument/2006/relationships/extended-properties" Target="/docProps/app.xml" Id="Ra855566d1758467f" /><Relationship Type="http://schemas.openxmlformats.org/officeDocument/2006/relationships/officeDocument" Target="/ppt/presentation.xml" Id="Rdbc23ef328c34df7" /></Relationships>
</file>

<file path=ppt/presentation.xml><?xml version="1.0" encoding="utf-8"?>
<p:presentation xmlns:p="http://schemas.openxmlformats.org/presentationml/2006/main">
  <p:sldMasterIdLst>
    <p:sldMasterId xmlns:r="http://schemas.openxmlformats.org/officeDocument/2006/relationships" id="2147483648" r:id="R9e9541c6707c4f38"/>
  </p:sldMasterIdLst>
  <p:notesMasterIdLst>
    <p:notesMasterId xmlns:r="http://schemas.openxmlformats.org/officeDocument/2006/relationships" r:id="R2745fa8350d0464a"/>
  </p:notesMasterIdLst>
  <p:sldIdLst>
    <p:sldId xmlns:r="http://schemas.openxmlformats.org/officeDocument/2006/relationships" id="256" r:id="R6f8ddfcf09e44cb3"/>
    <p:sldId xmlns:r="http://schemas.openxmlformats.org/officeDocument/2006/relationships" id="257" r:id="Rb0097ec61cae46cc"/>
    <p:sldId xmlns:r="http://schemas.openxmlformats.org/officeDocument/2006/relationships" id="258" r:id="Rac36f62cf7574c05"/>
    <p:sldId xmlns:r="http://schemas.openxmlformats.org/officeDocument/2006/relationships" id="259" r:id="Rdad597badd1e4d31"/>
    <p:sldId xmlns:r="http://schemas.openxmlformats.org/officeDocument/2006/relationships" id="260" r:id="Rda74410b01464512"/>
    <p:sldId xmlns:r="http://schemas.openxmlformats.org/officeDocument/2006/relationships" id="261" r:id="R7a7c013a224f449d"/>
    <p:sldId xmlns:r="http://schemas.openxmlformats.org/officeDocument/2006/relationships" id="262" r:id="Rafa67a2b5de74081"/>
    <p:sldId xmlns:r="http://schemas.openxmlformats.org/officeDocument/2006/relationships" id="263" r:id="Rb79a57275e8f4eee"/>
    <p:sldId xmlns:r="http://schemas.openxmlformats.org/officeDocument/2006/relationships" id="264" r:id="R947151a377db447e"/>
    <p:sldId xmlns:r="http://schemas.openxmlformats.org/officeDocument/2006/relationships" id="265" r:id="Rad291bcf8b524815"/>
    <p:sldId xmlns:r="http://schemas.openxmlformats.org/officeDocument/2006/relationships" id="266" r:id="Rbdb79faafa9941f2"/>
    <p:sldId xmlns:r="http://schemas.openxmlformats.org/officeDocument/2006/relationships" id="267" r:id="R70ce0814149d428b"/>
    <p:sldId xmlns:r="http://schemas.openxmlformats.org/officeDocument/2006/relationships" id="268" r:id="Rbe620aca7d3745e4"/>
    <p:sldId xmlns:r="http://schemas.openxmlformats.org/officeDocument/2006/relationships" id="269" r:id="Rd189f4d42f8a4348"/>
    <p:sldId xmlns:r="http://schemas.openxmlformats.org/officeDocument/2006/relationships" id="270" r:id="Rc012982c1ec64f2d"/>
    <p:sldId xmlns:r="http://schemas.openxmlformats.org/officeDocument/2006/relationships" id="271" r:id="Rb55881dd225a482a"/>
    <p:sldId xmlns:r="http://schemas.openxmlformats.org/officeDocument/2006/relationships" id="272" r:id="R8cb3fe4354bd4df6"/>
    <p:sldId xmlns:r="http://schemas.openxmlformats.org/officeDocument/2006/relationships" id="273" r:id="R6b0e82860c6a46ca"/>
    <p:sldId xmlns:r="http://schemas.openxmlformats.org/officeDocument/2006/relationships" id="274" r:id="R6d833f73dfd1483b"/>
    <p:sldId xmlns:r="http://schemas.openxmlformats.org/officeDocument/2006/relationships" id="275" r:id="Rbefb69489d984c3f"/>
    <p:sldId xmlns:r="http://schemas.openxmlformats.org/officeDocument/2006/relationships" id="276" r:id="R75116dbfc7394ce8"/>
    <p:sldId xmlns:r="http://schemas.openxmlformats.org/officeDocument/2006/relationships" id="277" r:id="R779307da61a646e4"/>
    <p:sldId xmlns:r="http://schemas.openxmlformats.org/officeDocument/2006/relationships" id="278" r:id="R1f4c2dc1b4d44363"/>
    <p:sldId xmlns:r="http://schemas.openxmlformats.org/officeDocument/2006/relationships" id="279" r:id="R294f77308af54918"/>
    <p:sldId xmlns:r="http://schemas.openxmlformats.org/officeDocument/2006/relationships" id="280" r:id="R538bee3cfbd24877"/>
    <p:sldId xmlns:r="http://schemas.openxmlformats.org/officeDocument/2006/relationships" id="281" r:id="Rd7370a2a2571446c"/>
    <p:sldId xmlns:r="http://schemas.openxmlformats.org/officeDocument/2006/relationships" id="282" r:id="R6a584671036946a1"/>
    <p:sldId xmlns:r="http://schemas.openxmlformats.org/officeDocument/2006/relationships" id="283" r:id="R3204869b7c1547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1ffb041bba4240" /><Relationship Type="http://schemas.openxmlformats.org/officeDocument/2006/relationships/slideMaster" Target="/ppt/slideMasters/slideMaster1.xml" Id="R9e9541c6707c4f38" /><Relationship Type="http://schemas.openxmlformats.org/officeDocument/2006/relationships/notesMaster" Target="/ppt/notesMasters/notesMaster1.xml" Id="R2745fa8350d0464a" /><Relationship Type="http://schemas.openxmlformats.org/officeDocument/2006/relationships/presProps" Target="/ppt/presProps.xml" Id="R40f57d8121604dcc" /><Relationship Type="http://schemas.openxmlformats.org/officeDocument/2006/relationships/tableStyles" Target="/ppt/tableStyles.xml" Id="R9fb0fc2b1ace400b" /><Relationship Type="http://schemas.openxmlformats.org/officeDocument/2006/relationships/slide" Target="/ppt/slides/slide1.xml" Id="R6f8ddfcf09e44cb3" /><Relationship Type="http://schemas.openxmlformats.org/officeDocument/2006/relationships/slide" Target="/ppt/slides/slide2.xml" Id="Rb0097ec61cae46cc" /><Relationship Type="http://schemas.openxmlformats.org/officeDocument/2006/relationships/slide" Target="/ppt/slides/slide3.xml" Id="Rac36f62cf7574c05" /><Relationship Type="http://schemas.openxmlformats.org/officeDocument/2006/relationships/slide" Target="/ppt/slides/slide4.xml" Id="Rdad597badd1e4d31" /><Relationship Type="http://schemas.openxmlformats.org/officeDocument/2006/relationships/slide" Target="/ppt/slides/slide5.xml" Id="Rda74410b01464512" /><Relationship Type="http://schemas.openxmlformats.org/officeDocument/2006/relationships/slide" Target="/ppt/slides/slide6.xml" Id="R7a7c013a224f449d" /><Relationship Type="http://schemas.openxmlformats.org/officeDocument/2006/relationships/slide" Target="/ppt/slides/slide7.xml" Id="Rafa67a2b5de74081" /><Relationship Type="http://schemas.openxmlformats.org/officeDocument/2006/relationships/slide" Target="/ppt/slides/slide8.xml" Id="Rb79a57275e8f4eee" /><Relationship Type="http://schemas.openxmlformats.org/officeDocument/2006/relationships/slide" Target="/ppt/slides/slide9.xml" Id="R947151a377db447e" /><Relationship Type="http://schemas.openxmlformats.org/officeDocument/2006/relationships/slide" Target="/ppt/slides/slide10.xml" Id="Rad291bcf8b524815" /><Relationship Type="http://schemas.openxmlformats.org/officeDocument/2006/relationships/slide" Target="/ppt/slides/slide11.xml" Id="Rbdb79faafa9941f2" /><Relationship Type="http://schemas.openxmlformats.org/officeDocument/2006/relationships/slide" Target="/ppt/slides/slide12.xml" Id="R70ce0814149d428b" /><Relationship Type="http://schemas.openxmlformats.org/officeDocument/2006/relationships/slide" Target="/ppt/slides/slide13.xml" Id="Rbe620aca7d3745e4" /><Relationship Type="http://schemas.openxmlformats.org/officeDocument/2006/relationships/slide" Target="/ppt/slides/slide14.xml" Id="Rd189f4d42f8a4348" /><Relationship Type="http://schemas.openxmlformats.org/officeDocument/2006/relationships/slide" Target="/ppt/slides/slide15.xml" Id="Rc012982c1ec64f2d" /><Relationship Type="http://schemas.openxmlformats.org/officeDocument/2006/relationships/slide" Target="/ppt/slides/slide16.xml" Id="Rb55881dd225a482a" /><Relationship Type="http://schemas.openxmlformats.org/officeDocument/2006/relationships/slide" Target="/ppt/slides/slide17.xml" Id="R8cb3fe4354bd4df6" /><Relationship Type="http://schemas.openxmlformats.org/officeDocument/2006/relationships/slide" Target="/ppt/slides/slide18.xml" Id="R6b0e82860c6a46ca" /><Relationship Type="http://schemas.openxmlformats.org/officeDocument/2006/relationships/slide" Target="/ppt/slides/slide19.xml" Id="R6d833f73dfd1483b" /><Relationship Type="http://schemas.openxmlformats.org/officeDocument/2006/relationships/slide" Target="/ppt/slides/slide20.xml" Id="Rbefb69489d984c3f" /><Relationship Type="http://schemas.openxmlformats.org/officeDocument/2006/relationships/slide" Target="/ppt/slides/slide21.xml" Id="R75116dbfc7394ce8" /><Relationship Type="http://schemas.openxmlformats.org/officeDocument/2006/relationships/slide" Target="/ppt/slides/slide22.xml" Id="R779307da61a646e4" /><Relationship Type="http://schemas.openxmlformats.org/officeDocument/2006/relationships/slide" Target="/ppt/slides/slide23.xml" Id="R1f4c2dc1b4d44363" /><Relationship Type="http://schemas.openxmlformats.org/officeDocument/2006/relationships/slide" Target="/ppt/slides/slide24.xml" Id="R294f77308af54918" /><Relationship Type="http://schemas.openxmlformats.org/officeDocument/2006/relationships/slide" Target="/ppt/slides/slide25.xml" Id="R538bee3cfbd24877" /><Relationship Type="http://schemas.openxmlformats.org/officeDocument/2006/relationships/slide" Target="/ppt/slides/slide26.xml" Id="Rd7370a2a2571446c" /><Relationship Type="http://schemas.openxmlformats.org/officeDocument/2006/relationships/slide" Target="/ppt/slides/slide27.xml" Id="R6a584671036946a1" /><Relationship Type="http://schemas.openxmlformats.org/officeDocument/2006/relationships/slide" Target="/ppt/slides/slide28.xml" Id="R3204869b7c1547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887587690e45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8f773386e40a2" /><Relationship Type="http://schemas.openxmlformats.org/officeDocument/2006/relationships/notesMaster" Target="/ppt/notesMasters/notesMaster1.xml" Id="R7d0bf4486d5842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51fe316b4944eb" /><Relationship Type="http://schemas.openxmlformats.org/officeDocument/2006/relationships/notesMaster" Target="/ppt/notesMasters/notesMaster1.xml" Id="Rf92b98dd5cc647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239a8ae75547ef" /><Relationship Type="http://schemas.openxmlformats.org/officeDocument/2006/relationships/notesMaster" Target="/ppt/notesMasters/notesMaster1.xml" Id="Rac4e8e0997ef45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c4813e76ca4561" /><Relationship Type="http://schemas.openxmlformats.org/officeDocument/2006/relationships/notesMaster" Target="/ppt/notesMasters/notesMaster1.xml" Id="R85941d4037d049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33d78b0520400c" /><Relationship Type="http://schemas.openxmlformats.org/officeDocument/2006/relationships/notesMaster" Target="/ppt/notesMasters/notesMaster1.xml" Id="R43c004dbce7d40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26e0eef8c24fc6" /><Relationship Type="http://schemas.openxmlformats.org/officeDocument/2006/relationships/notesMaster" Target="/ppt/notesMasters/notesMaster1.xml" Id="Rb4a0cbf720fa43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772cd58a884c52" /><Relationship Type="http://schemas.openxmlformats.org/officeDocument/2006/relationships/notesMaster" Target="/ppt/notesMasters/notesMaster1.xml" Id="Rf4b7c94cabb742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f58570c81446aa" /><Relationship Type="http://schemas.openxmlformats.org/officeDocument/2006/relationships/notesMaster" Target="/ppt/notesMasters/notesMaster1.xml" Id="R1e7eec2118f64b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3a534c12a341db" /><Relationship Type="http://schemas.openxmlformats.org/officeDocument/2006/relationships/notesMaster" Target="/ppt/notesMasters/notesMaster1.xml" Id="R87e12e21a8b14e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6db2b88a0b458c" /><Relationship Type="http://schemas.openxmlformats.org/officeDocument/2006/relationships/notesMaster" Target="/ppt/notesMasters/notesMaster1.xml" Id="R81129d06304f48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6487bb294e4f99" /><Relationship Type="http://schemas.openxmlformats.org/officeDocument/2006/relationships/notesMaster" Target="/ppt/notesMasters/notesMaster1.xml" Id="Rf4e38dbf131e47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60f60607bc4279" /><Relationship Type="http://schemas.openxmlformats.org/officeDocument/2006/relationships/notesMaster" Target="/ppt/notesMasters/notesMaster1.xml" Id="R0a56ae7ec3b84b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ce203ad0bf48f9" /><Relationship Type="http://schemas.openxmlformats.org/officeDocument/2006/relationships/notesMaster" Target="/ppt/notesMasters/notesMaster1.xml" Id="R3a5b2c73748d41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0f46d860674cda" /><Relationship Type="http://schemas.openxmlformats.org/officeDocument/2006/relationships/notesMaster" Target="/ppt/notesMasters/notesMaster1.xml" Id="Rfe479735c9c446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7ea463c1d14e10" /><Relationship Type="http://schemas.openxmlformats.org/officeDocument/2006/relationships/notesMaster" Target="/ppt/notesMasters/notesMaster1.xml" Id="R1e1ff6a2cc844d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7bd94ff1c8415f" /><Relationship Type="http://schemas.openxmlformats.org/officeDocument/2006/relationships/notesMaster" Target="/ppt/notesMasters/notesMaster1.xml" Id="Rdf1e59fec29c42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1233990e6d4d1a" /><Relationship Type="http://schemas.openxmlformats.org/officeDocument/2006/relationships/notesMaster" Target="/ppt/notesMasters/notesMaster1.xml" Id="R64d0160fba904d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57b2bae1bd42d7" /><Relationship Type="http://schemas.openxmlformats.org/officeDocument/2006/relationships/notesMaster" Target="/ppt/notesMasters/notesMaster1.xml" Id="Rb332bfbd360444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23bf84e96143d2" /><Relationship Type="http://schemas.openxmlformats.org/officeDocument/2006/relationships/notesMaster" Target="/ppt/notesMasters/notesMaster1.xml" Id="Ra7994bd8875140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a473244a424c00" /><Relationship Type="http://schemas.openxmlformats.org/officeDocument/2006/relationships/notesMaster" Target="/ppt/notesMasters/notesMaster1.xml" Id="R169525b9c1254d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71f1e7131e405f" /><Relationship Type="http://schemas.openxmlformats.org/officeDocument/2006/relationships/notesMaster" Target="/ppt/notesMasters/notesMaster1.xml" Id="R909b9368b89d4ad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451d013dca4ebe" /><Relationship Type="http://schemas.openxmlformats.org/officeDocument/2006/relationships/notesMaster" Target="/ppt/notesMasters/notesMaster1.xml" Id="Rffff5b08586549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f60de7a45a46d0" /><Relationship Type="http://schemas.openxmlformats.org/officeDocument/2006/relationships/notesMaster" Target="/ppt/notesMasters/notesMaster1.xml" Id="Rb6c0ee46835a4f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5ba723568b4fbb" /><Relationship Type="http://schemas.openxmlformats.org/officeDocument/2006/relationships/notesMaster" Target="/ppt/notesMasters/notesMaster1.xml" Id="R07a3480a795849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72c6265a044043" /><Relationship Type="http://schemas.openxmlformats.org/officeDocument/2006/relationships/notesMaster" Target="/ppt/notesMasters/notesMaster1.xml" Id="R73016b1e0a5d4d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5feaec0e354233" /><Relationship Type="http://schemas.openxmlformats.org/officeDocument/2006/relationships/notesMaster" Target="/ppt/notesMasters/notesMaster1.xml" Id="R981224cca8dc42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eba37cea9154e07" /><Relationship Type="http://schemas.openxmlformats.org/officeDocument/2006/relationships/notesMaster" Target="/ppt/notesMasters/notesMaster1.xml" Id="R72ccf674ffb84a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f2bc6c0e3b4646" /><Relationship Type="http://schemas.openxmlformats.org/officeDocument/2006/relationships/notesMaster" Target="/ppt/notesMasters/notesMaster1.xml" Id="R71c35577e12944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762dc159ae4a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04a8581fa9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3ff932093746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21858509b44a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2d0ae9464d4e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2cdd6458144a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6B666E-C3C8-4E04-9449-F76936C65E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568A87-A15F-49DB-8A8F-33BA4E0679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B8E28F-B63C-4EB9-AD74-666D72F9AA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FFC657-4016-48CF-910D-3CAB0C4963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4159EA-00DF-42DB-A1D8-536EFBE438E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900359-F36B-499B-935F-E7813980AC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92B82-8B14-4362-915E-4FAD78BE39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A2D74E-ADC5-41A5-B2C8-A3E0DB74CD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CD4FF0-5DF3-4158-849D-056C7334B4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9D4E64-6F74-44D5-B465-6C7912BCC3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16ddc276e04edf" /><Relationship Type="http://schemas.openxmlformats.org/officeDocument/2006/relationships/slideLayout" Target="/ppt/slideLayouts/slideLayout1.xml" Id="R0a459e2de65348cb" /><Relationship Type="http://schemas.openxmlformats.org/officeDocument/2006/relationships/slideLayout" Target="/ppt/slideLayouts/slideLayout2.xml" Id="R902403fd37df4897" /><Relationship Type="http://schemas.openxmlformats.org/officeDocument/2006/relationships/slideLayout" Target="/ppt/slideLayouts/slideLayout3.xml" Id="R2586f706d29c443b" /><Relationship Type="http://schemas.openxmlformats.org/officeDocument/2006/relationships/slideLayout" Target="/ppt/slideLayouts/slideLayout4.xml" Id="Rdf32e83dc51c4451" /><Relationship Type="http://schemas.openxmlformats.org/officeDocument/2006/relationships/slideLayout" Target="/ppt/slideLayouts/slideLayout5.xml" Id="R5371b2197db64053" /><Relationship Type="http://schemas.openxmlformats.org/officeDocument/2006/relationships/slideLayout" Target="/ppt/slideLayouts/slideLayout6.xml" Id="Rf245c97c216a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459e2de65348cb"/>
    <p:sldLayoutId xmlns:r="http://schemas.openxmlformats.org/officeDocument/2006/relationships" id="2147483650" r:id="R902403fd37df4897"/>
    <p:sldLayoutId xmlns:r="http://schemas.openxmlformats.org/officeDocument/2006/relationships" id="2147483651" r:id="R2586f706d29c443b"/>
    <p:sldLayoutId xmlns:r="http://schemas.openxmlformats.org/officeDocument/2006/relationships" id="2147483652" r:id="Rdf32e83dc51c4451"/>
    <p:sldLayoutId xmlns:r="http://schemas.openxmlformats.org/officeDocument/2006/relationships" id="2147483653" r:id="R5371b2197db64053"/>
    <p:sldLayoutId xmlns:r="http://schemas.openxmlformats.org/officeDocument/2006/relationships" id="2147483654" r:id="Rf245c97c216a4d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38a24f0da54caf" /><Relationship Type="http://schemas.openxmlformats.org/officeDocument/2006/relationships/image" Target="/ppt/media/image.png" Id="R62b51e3d80b049ca" /><Relationship Type="http://schemas.openxmlformats.org/officeDocument/2006/relationships/notesSlide" Target="/ppt/notesSlides/notesSlide1.xml" Id="Rf471a21e9214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d21cc8426b419f" /><Relationship Type="http://schemas.openxmlformats.org/officeDocument/2006/relationships/image" Target="/ppt/media/image2.png" Id="Ra705d60ddee74069" /><Relationship Type="http://schemas.openxmlformats.org/officeDocument/2006/relationships/notesSlide" Target="/ppt/notesSlides/notesSlide2.xml" Id="Ra20c5c13618b4e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2aa375fe844b7c" /><Relationship Type="http://schemas.openxmlformats.org/officeDocument/2006/relationships/image" Target="/ppt/media/image3.png" Id="R6b00653a34a84320" /><Relationship Type="http://schemas.openxmlformats.org/officeDocument/2006/relationships/notesSlide" Target="/ppt/notesSlides/notesSlide3.xml" Id="R5b501a89acdc4d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d086e81e1c4d60" /><Relationship Type="http://schemas.openxmlformats.org/officeDocument/2006/relationships/image" Target="/ppt/media/image4.png" Id="Rb4cb267e44a24902" /><Relationship Type="http://schemas.openxmlformats.org/officeDocument/2006/relationships/notesSlide" Target="/ppt/notesSlides/notesSlide4.xml" Id="Ra4a282ffb0da44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9b4cd8e77a48f0" /><Relationship Type="http://schemas.openxmlformats.org/officeDocument/2006/relationships/image" Target="/ppt/media/image5.png" Id="Rdf0ebcd0341a4f8c" /><Relationship Type="http://schemas.openxmlformats.org/officeDocument/2006/relationships/notesSlide" Target="/ppt/notesSlides/notesSlide5.xml" Id="R45145375506445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e7b5b517194e17" /><Relationship Type="http://schemas.openxmlformats.org/officeDocument/2006/relationships/image" Target="/ppt/media/image6.png" Id="R69225cbb3e2642f9" /><Relationship Type="http://schemas.openxmlformats.org/officeDocument/2006/relationships/notesSlide" Target="/ppt/notesSlides/notesSlide6.xml" Id="R2fd75474df174e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3c300c3e174b0e" /><Relationship Type="http://schemas.openxmlformats.org/officeDocument/2006/relationships/image" Target="/ppt/media/image7.png" Id="R16d352a95f0941c6" /><Relationship Type="http://schemas.openxmlformats.org/officeDocument/2006/relationships/notesSlide" Target="/ppt/notesSlides/notesSlide7.xml" Id="R419d1d495b814a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9f8c7f70214cc2" /><Relationship Type="http://schemas.openxmlformats.org/officeDocument/2006/relationships/image" Target="/ppt/media/image8.png" Id="R4de34c4aa112497d" /><Relationship Type="http://schemas.openxmlformats.org/officeDocument/2006/relationships/notesSlide" Target="/ppt/notesSlides/notesSlide8.xml" Id="R1e1efae5d42e48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cb00f85e95407d" /><Relationship Type="http://schemas.openxmlformats.org/officeDocument/2006/relationships/image" Target="/ppt/media/image9.png" Id="R2624ab82229a462a" /><Relationship Type="http://schemas.openxmlformats.org/officeDocument/2006/relationships/notesSlide" Target="/ppt/notesSlides/notesSlide9.xml" Id="R2b2781e9825b41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4dc0db7c7e94cbc" /><Relationship Type="http://schemas.openxmlformats.org/officeDocument/2006/relationships/image" Target="/ppt/media/image10.png" Id="Rb11fdee6227c4dd9" /><Relationship Type="http://schemas.openxmlformats.org/officeDocument/2006/relationships/notesSlide" Target="/ppt/notesSlides/notesSlide10.xml" Id="R821be42ae5614b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8b50c34b37447a" /><Relationship Type="http://schemas.openxmlformats.org/officeDocument/2006/relationships/image" Target="/ppt/media/image11.png" Id="R757f327e10ac4cd2" /><Relationship Type="http://schemas.openxmlformats.org/officeDocument/2006/relationships/notesSlide" Target="/ppt/notesSlides/notesSlide11.xml" Id="R8a3dc32bcc834c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2d5e5c95ee4223" /><Relationship Type="http://schemas.openxmlformats.org/officeDocument/2006/relationships/image" Target="/ppt/media/image12.png" Id="R59e1222194254fda" /><Relationship Type="http://schemas.openxmlformats.org/officeDocument/2006/relationships/notesSlide" Target="/ppt/notesSlides/notesSlide12.xml" Id="R489f461105704b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c4a49e416049b1" /><Relationship Type="http://schemas.openxmlformats.org/officeDocument/2006/relationships/image" Target="/ppt/media/image13.png" Id="Rbd6a4bd5f2864407" /><Relationship Type="http://schemas.openxmlformats.org/officeDocument/2006/relationships/notesSlide" Target="/ppt/notesSlides/notesSlide13.xml" Id="R095c9a82ab3143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358a27c64245d0" /><Relationship Type="http://schemas.openxmlformats.org/officeDocument/2006/relationships/image" Target="/ppt/media/image14.png" Id="Rf42bc62216144218" /><Relationship Type="http://schemas.openxmlformats.org/officeDocument/2006/relationships/notesSlide" Target="/ppt/notesSlides/notesSlide14.xml" Id="R26ea16ef1d2541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d51338a28a47c3" /><Relationship Type="http://schemas.openxmlformats.org/officeDocument/2006/relationships/image" Target="/ppt/media/image15.png" Id="Rd59df3403a2c40f6" /><Relationship Type="http://schemas.openxmlformats.org/officeDocument/2006/relationships/notesSlide" Target="/ppt/notesSlides/notesSlide15.xml" Id="R1e98e93f56bb4c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4b1bd28d3a4670" /><Relationship Type="http://schemas.openxmlformats.org/officeDocument/2006/relationships/image" Target="/ppt/media/image16.png" Id="Rca87a0d33a34493c" /><Relationship Type="http://schemas.openxmlformats.org/officeDocument/2006/relationships/notesSlide" Target="/ppt/notesSlides/notesSlide16.xml" Id="R1c0a711b79ee46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eb4ad3f9e44a68" /><Relationship Type="http://schemas.openxmlformats.org/officeDocument/2006/relationships/image" Target="/ppt/media/image17.png" Id="R2260d9b10a9846cd" /><Relationship Type="http://schemas.openxmlformats.org/officeDocument/2006/relationships/notesSlide" Target="/ppt/notesSlides/notesSlide17.xml" Id="Rd0114a5ff48448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148b5021e754358" /><Relationship Type="http://schemas.openxmlformats.org/officeDocument/2006/relationships/image" Target="/ppt/media/image18.png" Id="R61a78cd832034d0b" /><Relationship Type="http://schemas.openxmlformats.org/officeDocument/2006/relationships/notesSlide" Target="/ppt/notesSlides/notesSlide18.xml" Id="R32e2d2063ae24a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1735b5b0373435f" /><Relationship Type="http://schemas.openxmlformats.org/officeDocument/2006/relationships/image" Target="/ppt/media/image19.png" Id="Rb61fbbe5ca0a4852" /><Relationship Type="http://schemas.openxmlformats.org/officeDocument/2006/relationships/notesSlide" Target="/ppt/notesSlides/notesSlide19.xml" Id="Rb0522e78762444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21eca0df5284e0d" /><Relationship Type="http://schemas.openxmlformats.org/officeDocument/2006/relationships/image" Target="/ppt/media/image20.png" Id="Rb780624dcfba4d5c" /><Relationship Type="http://schemas.openxmlformats.org/officeDocument/2006/relationships/notesSlide" Target="/ppt/notesSlides/notesSlide20.xml" Id="R574f0d91d5864f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8e51ba8c5747a8" /><Relationship Type="http://schemas.openxmlformats.org/officeDocument/2006/relationships/image" Target="/ppt/media/image21.png" Id="Rf6fcbdfbe3bf47e8" /><Relationship Type="http://schemas.openxmlformats.org/officeDocument/2006/relationships/notesSlide" Target="/ppt/notesSlides/notesSlide21.xml" Id="R4750ff3c4b284b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f158fffea94485" /><Relationship Type="http://schemas.openxmlformats.org/officeDocument/2006/relationships/image" Target="/ppt/media/image22.png" Id="R91dc95ce24574a15" /><Relationship Type="http://schemas.openxmlformats.org/officeDocument/2006/relationships/notesSlide" Target="/ppt/notesSlides/notesSlide22.xml" Id="R71a8547faf7440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7d28c1e15004737" /><Relationship Type="http://schemas.openxmlformats.org/officeDocument/2006/relationships/image" Target="/ppt/media/image23.png" Id="R76826c01e99a48fd" /><Relationship Type="http://schemas.openxmlformats.org/officeDocument/2006/relationships/notesSlide" Target="/ppt/notesSlides/notesSlide23.xml" Id="Rc3504563d9a541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dfb2dcf07de4cc9" /><Relationship Type="http://schemas.openxmlformats.org/officeDocument/2006/relationships/image" Target="/ppt/media/image24.png" Id="R767f45fc8e5746de" /><Relationship Type="http://schemas.openxmlformats.org/officeDocument/2006/relationships/notesSlide" Target="/ppt/notesSlides/notesSlide24.xml" Id="R5af86f37dc124f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7d52dcd71d4015" /><Relationship Type="http://schemas.openxmlformats.org/officeDocument/2006/relationships/image" Target="/ppt/media/image25.png" Id="Rdec1ad8ff8a84952" /><Relationship Type="http://schemas.openxmlformats.org/officeDocument/2006/relationships/notesSlide" Target="/ppt/notesSlides/notesSlide25.xml" Id="R43076d884006474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13d8580fe9f4883" /><Relationship Type="http://schemas.openxmlformats.org/officeDocument/2006/relationships/image" Target="/ppt/media/image26.png" Id="Rec79683ebf99443e" /><Relationship Type="http://schemas.openxmlformats.org/officeDocument/2006/relationships/notesSlide" Target="/ppt/notesSlides/notesSlide26.xml" Id="R75dee4972ff9476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23155a97c6545bb" /><Relationship Type="http://schemas.openxmlformats.org/officeDocument/2006/relationships/image" Target="/ppt/media/image27.png" Id="Rb64591ffc4484840" /><Relationship Type="http://schemas.openxmlformats.org/officeDocument/2006/relationships/notesSlide" Target="/ppt/notesSlides/notesSlide27.xml" Id="R5c389d5de4c94c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9c002c6d3254073" /><Relationship Type="http://schemas.openxmlformats.org/officeDocument/2006/relationships/image" Target="/ppt/media/image28.png" Id="R02b85f2725234d6d" /><Relationship Type="http://schemas.openxmlformats.org/officeDocument/2006/relationships/notesSlide" Target="/ppt/notesSlides/notesSlide28.xml" Id="Raac938ff035b4a40" /></Relationships>
</file>

<file path=ppt/slides/slide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7F1AD9B-89AE-4DFF-87EF-A4A26C0D77CA}"/>
              </a:ext>
            </a:extLst>
          </p:cNvPr>
          <p:cNvPicPr>
            <a:picLocks xmlns:a="http://schemas.openxmlformats.org/drawingml/2006/main" noChangeAspect="1"/>
          </p:cNvPicPr>
          <p:nvPr/>
        </p:nvPicPr>
        <p:blipFill>
          <a:blip xmlns:r="http://schemas.openxmlformats.org/officeDocument/2006/relationships" xmlns:a="http://schemas.openxmlformats.org/drawingml/2006/main" r:embed="R62b51e3d80b049ca"/>
          <a:stretch xmlns:a="http://schemas.openxmlformats.org/drawingml/2006/main"/>
        </p:blipFill>
        <p:spPr>
          <a:xfrm xmlns:a="http://schemas.openxmlformats.org/drawingml/2006/main">
            <a:off x="2495550" y="876300"/>
            <a:ext cx="3238500" cy="1619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D18531-7F24-4352-BC3D-2E5B9B8F4DA0}"/>
              </a:ext>
            </a:extLst>
          </p:cNvPr>
          <p:cNvSpPr>
            <a:spLocks xmlns:a="http://schemas.openxmlformats.org/drawingml/2006/main" noGrp="1"/>
          </p:cNvSpPr>
          <p:nvPr/>
        </p:nvSpPr>
        <p:spPr>
          <a:xfrm xmlns:a="http://schemas.openxmlformats.org/drawingml/2006/main">
            <a:off x="876300" y="3000375"/>
            <a:ext cx="8953500" cy="28575"/>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3" name="">
            <a:extLst xmlns:a="http://schemas.openxmlformats.org/drawingml/2006/main">
              <a:ext uri="{FF2B5EF4-FFF2-40B4-BE49-F238E27FC236}">
                <a16:creationId xmlns:a16="http://schemas.microsoft.com/office/drawing/2014/main" id="{98E7EBAA-2704-44C9-AAEE-012DB69EF64B}"/>
              </a:ext>
            </a:extLst>
          </p:cNvPr>
          <p:cNvSpPr>
            <a:spLocks xmlns:a="http://schemas.openxmlformats.org/drawingml/2006/main" noGrp="1"/>
          </p:cNvSpPr>
          <p:nvPr/>
        </p:nvSpPr>
        <p:spPr>
          <a:xfrm xmlns:a="http://schemas.openxmlformats.org/drawingml/2006/main">
            <a:off x="876300" y="3371850"/>
            <a:ext cx="762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4EC"/>
                </a:solidFill>
              </a:defRPr>
            </a:defPPr>
          </a:lstStyle>
          <a:p xmlns:a="http://schemas.openxmlformats.org/drawingml/2006/main">
            <a:pPr>
              <a:defRPr sz="4050" b="1">
                <a:solidFill>
                  <a:srgbClr val="F7F4EC"/>
                </a:solidFill>
              </a:defRPr>
            </a:pPr>
            <a:r>
              <a:rPr sz="4050" b="1">
                <a:solidFill>
                  <a:srgbClr val="F7F4EC"/>
                </a:solidFill>
              </a:rPr>
              <a:t>Creator Action Review</a:t>
            </a:r>
          </a:p>
        </p:txBody>
      </p:sp>
      <p:sp>
        <p:nvSpPr>
          <p:cNvPr id="4" name="">
            <a:extLst xmlns:a="http://schemas.openxmlformats.org/drawingml/2006/main">
              <a:ext uri="{FF2B5EF4-FFF2-40B4-BE49-F238E27FC236}">
                <a16:creationId xmlns:a16="http://schemas.microsoft.com/office/drawing/2014/main" id="{F5658F89-4C28-4A7E-889B-FDDD13C94EC1}"/>
              </a:ext>
            </a:extLst>
          </p:cNvPr>
          <p:cNvSpPr>
            <a:spLocks xmlns:a="http://schemas.openxmlformats.org/drawingml/2006/main" noGrp="1"/>
          </p:cNvSpPr>
          <p:nvPr/>
        </p:nvSpPr>
        <p:spPr>
          <a:xfrm xmlns:a="http://schemas.openxmlformats.org/drawingml/2006/main">
            <a:off x="895350" y="426720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1C95B"/>
                </a:solidFill>
              </a:defRPr>
            </a:defPPr>
          </a:lstStyle>
          <a:p xmlns:a="http://schemas.openxmlformats.org/drawingml/2006/main">
            <a:pPr>
              <a:defRPr sz="2100" b="1">
                <a:solidFill>
                  <a:srgbClr val="F1C95B"/>
                </a:solidFill>
              </a:defRPr>
            </a:pPr>
            <a:r>
              <a:rPr sz="2100" b="1">
                <a:solidFill>
                  <a:srgbClr val="F1C95B"/>
                </a:solidFill>
              </a:rPr>
              <a:t>Top 50 below matching September pace</a:t>
            </a:r>
          </a:p>
        </p:txBody>
      </p:sp>
      <p:sp>
        <p:nvSpPr>
          <p:cNvPr id="5" name="">
            <a:extLst xmlns:a="http://schemas.openxmlformats.org/drawingml/2006/main">
              <a:ext uri="{FF2B5EF4-FFF2-40B4-BE49-F238E27FC236}">
                <a16:creationId xmlns:a16="http://schemas.microsoft.com/office/drawing/2014/main" id="{44812314-7C86-41E7-A71F-A747BEA88D77}"/>
              </a:ext>
            </a:extLst>
          </p:cNvPr>
          <p:cNvSpPr>
            <a:spLocks xmlns:a="http://schemas.openxmlformats.org/drawingml/2006/main" noGrp="1"/>
          </p:cNvSpPr>
          <p:nvPr/>
        </p:nvSpPr>
        <p:spPr>
          <a:xfrm xmlns:a="http://schemas.openxmlformats.org/drawingml/2006/main">
            <a:off x="895350" y="47148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All uploaded data from 1-8 September compared with 1-8 October 2026</a:t>
            </a:r>
          </a:p>
        </p:txBody>
      </p:sp>
      <p:sp>
        <p:nvSpPr>
          <p:cNvPr id="6" name="">
            <a:extLst xmlns:a="http://schemas.openxmlformats.org/drawingml/2006/main">
              <a:ext uri="{FF2B5EF4-FFF2-40B4-BE49-F238E27FC236}">
                <a16:creationId xmlns:a16="http://schemas.microsoft.com/office/drawing/2014/main" id="{21C7FE5D-8FE0-4487-851C-E198CAF32758}"/>
              </a:ext>
            </a:extLst>
          </p:cNvPr>
          <p:cNvSpPr>
            <a:spLocks xmlns:a="http://schemas.openxmlformats.org/drawingml/2006/main" noGrp="1"/>
          </p:cNvSpPr>
          <p:nvPr/>
        </p:nvSpPr>
        <p:spPr>
          <a:xfrm xmlns:a="http://schemas.openxmlformats.org/drawingml/2006/main">
            <a:off x="8477250" y="365760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BE6A8"/>
                </a:solidFill>
              </a:defRPr>
            </a:defPPr>
          </a:lstStyle>
          <a:p xmlns:a="http://schemas.openxmlformats.org/drawingml/2006/main">
            <a:pPr>
              <a:defRPr sz="1800" b="1">
                <a:solidFill>
                  <a:srgbClr val="FBE6A8"/>
                </a:solidFill>
              </a:defRPr>
            </a:pPr>
            <a:r>
              <a:rPr sz="1800" b="1">
                <a:solidFill>
                  <a:srgbClr val="FBE6A8"/>
                </a:solidFill>
              </a:rPr>
              <a:t>50 creators</a:t>
            </a:r>
          </a:p>
          <a:p xmlns:a="http://schemas.openxmlformats.org/drawingml/2006/main">
            <a:pPr>
              <a:defRPr sz="1800" b="1">
                <a:solidFill>
                  <a:srgbClr val="FBE6A8"/>
                </a:solidFill>
              </a:defRPr>
            </a:pPr>
            <a:r>
              <a:rPr sz="1800" b="1">
                <a:solidFill>
                  <a:srgbClr val="FBE6A8"/>
                </a:solidFill>
              </a:rPr>
              <a:t>20 manager emails</a:t>
            </a:r>
          </a:p>
        </p:txBody>
      </p:sp>
      <p:sp>
        <p:nvSpPr>
          <p:cNvPr id="7" name="">
            <a:extLst xmlns:a="http://schemas.openxmlformats.org/drawingml/2006/main">
              <a:ext uri="{FF2B5EF4-FFF2-40B4-BE49-F238E27FC236}">
                <a16:creationId xmlns:a16="http://schemas.microsoft.com/office/drawing/2014/main" id="{34A77CB7-12DF-43A3-BC71-1EF90140C8A8}"/>
              </a:ext>
            </a:extLst>
          </p:cNvPr>
          <p:cNvSpPr>
            <a:spLocks xmlns:a="http://schemas.openxmlformats.org/drawingml/2006/main" noGrp="1"/>
          </p:cNvSpPr>
          <p:nvPr/>
        </p:nvSpPr>
        <p:spPr>
          <a:xfrm xmlns:a="http://schemas.openxmlformats.org/drawingml/2006/main">
            <a:off x="895350" y="59055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FB8AA"/>
                </a:solidFill>
              </a:defRPr>
            </a:defPPr>
          </a:lstStyle>
          <a:p xmlns:a="http://schemas.openxmlformats.org/drawingml/2006/main">
            <a:pPr>
              <a:defRPr sz="1275" b="0">
                <a:solidFill>
                  <a:srgbClr val="BFB8AA"/>
                </a:solidFill>
              </a:defRPr>
            </a:pPr>
            <a:r>
              <a:rPr sz="1275" b="0">
                <a:solidFill>
                  <a:srgbClr val="BFB8AA"/>
                </a:solidFill>
              </a:rPr>
              <a:t>A visual manager pack for clear conversations and practical recovery plans.</a:t>
            </a:r>
          </a:p>
        </p:txBody>
      </p:sp>
    </p:spTree>
    <p:extLst>
      <p:ext uri="{BB962C8B-B14F-4D97-AF65-F5344CB8AC3E}">
        <p14:creationId xmlns:p14="http://schemas.microsoft.com/office/powerpoint/2010/main" val="1496087877"/>
      </p:ext>
    </p:extLst>
  </p:cSld>
</p:sld>
</file>

<file path=ppt/slides/slide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06C1E1-3749-4256-86BE-9C1347A4384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E575631-8F2A-42C5-9E81-D5B19B85E26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5C12F75D-382D-4E96-A7AE-93183042A94B}"/>
              </a:ext>
            </a:extLst>
          </p:cNvPr>
          <p:cNvPicPr>
            <a:picLocks xmlns:a="http://schemas.openxmlformats.org/drawingml/2006/main" noChangeAspect="1"/>
          </p:cNvPicPr>
          <p:nvPr/>
        </p:nvPicPr>
        <p:blipFill>
          <a:blip xmlns:r="http://schemas.openxmlformats.org/officeDocument/2006/relationships" xmlns:a="http://schemas.openxmlformats.org/drawingml/2006/main" r:embed="Ra705d60ddee7406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DDF0D4-CE6C-4067-B269-9DE66BF05A1C}"/>
              </a:ext>
            </a:extLst>
          </p:cNvPr>
          <p:cNvSpPr>
            <a:spLocks xmlns:a="http://schemas.openxmlformats.org/drawingml/2006/main" noGrp="1"/>
          </p:cNvSpPr>
          <p:nvPr/>
        </p:nvSpPr>
        <p:spPr>
          <a:xfrm xmlns:a="http://schemas.openxmlformats.org/drawingml/2006/main">
            <a:off x="628650" y="1009650"/>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F7F4EC"/>
                </a:solidFill>
              </a:defRPr>
            </a:defPPr>
          </a:lstStyle>
          <a:p xmlns:a="http://schemas.openxmlformats.org/drawingml/2006/main">
            <a:pPr>
              <a:defRPr sz="2850" b="1">
                <a:solidFill>
                  <a:srgbClr val="F7F4EC"/>
                </a:solidFill>
              </a:defRPr>
            </a:pPr>
            <a:r>
              <a:rPr sz="2850" b="1">
                <a:solidFill>
                  <a:srgbClr val="F7F4EC"/>
                </a:solidFill>
              </a:rPr>
              <a:t>How to use this pack</a:t>
            </a:r>
          </a:p>
        </p:txBody>
      </p:sp>
      <p:sp>
        <p:nvSpPr>
          <p:cNvPr id="5" name="">
            <a:extLst xmlns:a="http://schemas.openxmlformats.org/drawingml/2006/main">
              <a:ext uri="{FF2B5EF4-FFF2-40B4-BE49-F238E27FC236}">
                <a16:creationId xmlns:a16="http://schemas.microsoft.com/office/drawing/2014/main" id="{C195C95C-CEFE-4714-9C6C-6E22E620D512}"/>
              </a:ext>
            </a:extLst>
          </p:cNvPr>
          <p:cNvSpPr>
            <a:spLocks xmlns:a="http://schemas.openxmlformats.org/drawingml/2006/main" noGrp="1"/>
          </p:cNvSpPr>
          <p:nvPr/>
        </p:nvSpPr>
        <p:spPr>
          <a:xfrm xmlns:a="http://schemas.openxmlformats.org/drawingml/2006/main">
            <a:off x="628650" y="16573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Each slide contains a small number of creators for one manager. Read the cause first, then use the manager conversation as the action to agree.</a:t>
            </a:r>
          </a:p>
        </p:txBody>
      </p:sp>
      <p:sp>
        <p:nvSpPr>
          <p:cNvPr id="6" name="">
            <a:extLst xmlns:a="http://schemas.openxmlformats.org/drawingml/2006/main">
              <a:ext uri="{FF2B5EF4-FFF2-40B4-BE49-F238E27FC236}">
                <a16:creationId xmlns:a16="http://schemas.microsoft.com/office/drawing/2014/main" id="{72E3AA0A-59C8-4D29-8652-8F35CA299FDC}"/>
              </a:ext>
            </a:extLst>
          </p:cNvPr>
          <p:cNvSpPr>
            <a:spLocks xmlns:a="http://schemas.openxmlformats.org/drawingml/2006/main" noGrp="1"/>
          </p:cNvSpPr>
          <p:nvPr/>
        </p:nvSpPr>
        <p:spPr>
          <a:xfrm xmlns:a="http://schemas.openxmlformats.org/drawingml/2006/main">
            <a:off x="628650" y="2400300"/>
            <a:ext cx="10934700" cy="19050"/>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7" name="">
            <a:extLst xmlns:a="http://schemas.openxmlformats.org/drawingml/2006/main">
              <a:ext uri="{FF2B5EF4-FFF2-40B4-BE49-F238E27FC236}">
                <a16:creationId xmlns:a16="http://schemas.microsoft.com/office/drawing/2014/main" id="{BF32129D-0AFF-4786-8C10-4BE258224180}"/>
              </a:ext>
            </a:extLst>
          </p:cNvPr>
          <p:cNvSpPr>
            <a:spLocks xmlns:a="http://schemas.openxmlformats.org/drawingml/2006/main" noGrp="1"/>
          </p:cNvSpPr>
          <p:nvPr/>
        </p:nvSpPr>
        <p:spPr>
          <a:xfrm xmlns:a="http://schemas.openxmlformats.org/drawingml/2006/main">
            <a:off x="762000" y="2857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1</a:t>
            </a:r>
          </a:p>
        </p:txBody>
      </p:sp>
      <p:sp>
        <p:nvSpPr>
          <p:cNvPr id="8" name="">
            <a:extLst xmlns:a="http://schemas.openxmlformats.org/drawingml/2006/main">
              <a:ext uri="{FF2B5EF4-FFF2-40B4-BE49-F238E27FC236}">
                <a16:creationId xmlns:a16="http://schemas.microsoft.com/office/drawing/2014/main" id="{19C380A9-F3C6-4E62-90C9-6712C97785E2}"/>
              </a:ext>
            </a:extLst>
          </p:cNvPr>
          <p:cNvSpPr>
            <a:spLocks xmlns:a="http://schemas.openxmlformats.org/drawingml/2006/main" noGrp="1"/>
          </p:cNvSpPr>
          <p:nvPr/>
        </p:nvSpPr>
        <p:spPr>
          <a:xfrm xmlns:a="http://schemas.openxmlformats.org/drawingml/2006/main">
            <a:off x="1619250" y="28956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what changed</a:t>
            </a:r>
          </a:p>
        </p:txBody>
      </p:sp>
      <p:sp>
        <p:nvSpPr>
          <p:cNvPr id="9" name="">
            <a:extLst xmlns:a="http://schemas.openxmlformats.org/drawingml/2006/main">
              <a:ext uri="{FF2B5EF4-FFF2-40B4-BE49-F238E27FC236}">
                <a16:creationId xmlns:a16="http://schemas.microsoft.com/office/drawing/2014/main" id="{413D82F8-C24A-4D51-9FA6-C05006EF2CB3}"/>
              </a:ext>
            </a:extLst>
          </p:cNvPr>
          <p:cNvSpPr>
            <a:spLocks xmlns:a="http://schemas.openxmlformats.org/drawingml/2006/main" noGrp="1"/>
          </p:cNvSpPr>
          <p:nvPr/>
        </p:nvSpPr>
        <p:spPr>
          <a:xfrm xmlns:a="http://schemas.openxmlformats.org/drawingml/2006/main">
            <a:off x="1619250" y="33147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cause section shows whether the gap comes from live hours, streams, matches, or weaker conversion at similar activity.</a:t>
            </a:r>
          </a:p>
        </p:txBody>
      </p:sp>
      <p:sp>
        <p:nvSpPr>
          <p:cNvPr id="10" name="">
            <a:extLst xmlns:a="http://schemas.openxmlformats.org/drawingml/2006/main">
              <a:ext uri="{FF2B5EF4-FFF2-40B4-BE49-F238E27FC236}">
                <a16:creationId xmlns:a16="http://schemas.microsoft.com/office/drawing/2014/main" id="{4DFB97C0-F4C3-4C46-838F-95554D1142A3}"/>
              </a:ext>
            </a:extLst>
          </p:cNvPr>
          <p:cNvSpPr>
            <a:spLocks xmlns:a="http://schemas.openxmlformats.org/drawingml/2006/main" noGrp="1"/>
          </p:cNvSpPr>
          <p:nvPr/>
        </p:nvSpPr>
        <p:spPr>
          <a:xfrm xmlns:a="http://schemas.openxmlformats.org/drawingml/2006/main">
            <a:off x="762000" y="41910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2</a:t>
            </a:r>
          </a:p>
        </p:txBody>
      </p:sp>
      <p:sp>
        <p:nvSpPr>
          <p:cNvPr id="11" name="">
            <a:extLst xmlns:a="http://schemas.openxmlformats.org/drawingml/2006/main">
              <a:ext uri="{FF2B5EF4-FFF2-40B4-BE49-F238E27FC236}">
                <a16:creationId xmlns:a16="http://schemas.microsoft.com/office/drawing/2014/main" id="{95052A61-7F78-4A8F-B35E-F62A52C904BB}"/>
              </a:ext>
            </a:extLst>
          </p:cNvPr>
          <p:cNvSpPr>
            <a:spLocks xmlns:a="http://schemas.openxmlformats.org/drawingml/2006/main" noGrp="1"/>
          </p:cNvSpPr>
          <p:nvPr/>
        </p:nvSpPr>
        <p:spPr>
          <a:xfrm xmlns:a="http://schemas.openxmlformats.org/drawingml/2006/main">
            <a:off x="1619250" y="42291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Have the right conversation</a:t>
            </a:r>
          </a:p>
        </p:txBody>
      </p:sp>
      <p:sp>
        <p:nvSpPr>
          <p:cNvPr id="12" name="">
            <a:extLst xmlns:a="http://schemas.openxmlformats.org/drawingml/2006/main">
              <a:ext uri="{FF2B5EF4-FFF2-40B4-BE49-F238E27FC236}">
                <a16:creationId xmlns:a16="http://schemas.microsoft.com/office/drawing/2014/main" id="{5AFA7CEC-B0DA-4117-928C-98C86A935AA3}"/>
              </a:ext>
            </a:extLst>
          </p:cNvPr>
          <p:cNvSpPr>
            <a:spLocks xmlns:a="http://schemas.openxmlformats.org/drawingml/2006/main" noGrp="1"/>
          </p:cNvSpPr>
          <p:nvPr/>
        </p:nvSpPr>
        <p:spPr>
          <a:xfrm xmlns:a="http://schemas.openxmlformats.org/drawingml/2006/main">
            <a:off x="1619250" y="46482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Use the written action to agree a live schedule, match plan, or a visual and conversion review with the creator.</a:t>
            </a:r>
          </a:p>
        </p:txBody>
      </p:sp>
      <p:sp>
        <p:nvSpPr>
          <p:cNvPr id="13" name="">
            <a:extLst xmlns:a="http://schemas.openxmlformats.org/drawingml/2006/main">
              <a:ext uri="{FF2B5EF4-FFF2-40B4-BE49-F238E27FC236}">
                <a16:creationId xmlns:a16="http://schemas.microsoft.com/office/drawing/2014/main" id="{82072A16-A2D5-4744-8A57-EB476218CB66}"/>
              </a:ext>
            </a:extLst>
          </p:cNvPr>
          <p:cNvSpPr>
            <a:spLocks xmlns:a="http://schemas.openxmlformats.org/drawingml/2006/main" noGrp="1"/>
          </p:cNvSpPr>
          <p:nvPr/>
        </p:nvSpPr>
        <p:spPr>
          <a:xfrm xmlns:a="http://schemas.openxmlformats.org/drawingml/2006/main">
            <a:off x="762000" y="5524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3</a:t>
            </a:r>
          </a:p>
        </p:txBody>
      </p:sp>
      <p:sp>
        <p:nvSpPr>
          <p:cNvPr id="14" name="">
            <a:extLst xmlns:a="http://schemas.openxmlformats.org/drawingml/2006/main">
              <a:ext uri="{FF2B5EF4-FFF2-40B4-BE49-F238E27FC236}">
                <a16:creationId xmlns:a16="http://schemas.microsoft.com/office/drawing/2014/main" id="{FBEDEA27-7FF3-43CD-BF46-F60A21C680DE}"/>
              </a:ext>
            </a:extLst>
          </p:cNvPr>
          <p:cNvSpPr>
            <a:spLocks xmlns:a="http://schemas.openxmlformats.org/drawingml/2006/main" noGrp="1"/>
          </p:cNvSpPr>
          <p:nvPr/>
        </p:nvSpPr>
        <p:spPr>
          <a:xfrm xmlns:a="http://schemas.openxmlformats.org/drawingml/2006/main">
            <a:off x="1619250" y="55626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back within the week</a:t>
            </a:r>
          </a:p>
        </p:txBody>
      </p:sp>
      <p:sp>
        <p:nvSpPr>
          <p:cNvPr id="15" name="">
            <a:extLst xmlns:a="http://schemas.openxmlformats.org/drawingml/2006/main">
              <a:ext uri="{FF2B5EF4-FFF2-40B4-BE49-F238E27FC236}">
                <a16:creationId xmlns:a16="http://schemas.microsoft.com/office/drawing/2014/main" id="{39DFF216-32ED-4D82-8B18-F087EE2C1C4C}"/>
              </a:ext>
            </a:extLst>
          </p:cNvPr>
          <p:cNvSpPr>
            <a:spLocks xmlns:a="http://schemas.openxmlformats.org/drawingml/2006/main" noGrp="1"/>
          </p:cNvSpPr>
          <p:nvPr/>
        </p:nvSpPr>
        <p:spPr>
          <a:xfrm xmlns:a="http://schemas.openxmlformats.org/drawingml/2006/main">
            <a:off x="1619250" y="59817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goal is a practical change in the creator's next lives, rather than simply recording the issue.</a:t>
            </a:r>
          </a:p>
        </p:txBody>
      </p:sp>
    </p:spTree>
    <p:extLst>
      <p:ext uri="{BB962C8B-B14F-4D97-AF65-F5344CB8AC3E}">
        <p14:creationId xmlns:p14="http://schemas.microsoft.com/office/powerpoint/2010/main" val="1153909102"/>
      </p:ext>
    </p:extLst>
  </p:cSld>
</p:sld>
</file>

<file path=ppt/slides/slide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7F898D3-0E5F-4416-931D-B321CF6370F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CB45165-7E48-4239-8480-A62AAA03D68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83AECBC-0933-4F56-8CE5-392BEF53A229}"/>
              </a:ext>
            </a:extLst>
          </p:cNvPr>
          <p:cNvPicPr>
            <a:picLocks xmlns:a="http://schemas.openxmlformats.org/drawingml/2006/main" noChangeAspect="1"/>
          </p:cNvPicPr>
          <p:nvPr/>
        </p:nvPicPr>
        <p:blipFill>
          <a:blip xmlns:r="http://schemas.openxmlformats.org/officeDocument/2006/relationships" xmlns:a="http://schemas.openxmlformats.org/drawingml/2006/main" r:embed="R6b00653a34a8432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907555-CC58-41D6-BA75-7C545938603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astryxplays@gmail.com</a:t>
            </a:r>
          </a:p>
        </p:txBody>
      </p:sp>
      <p:sp>
        <p:nvSpPr>
          <p:cNvPr id="5" name="">
            <a:extLst xmlns:a="http://schemas.openxmlformats.org/drawingml/2006/main">
              <a:ext uri="{FF2B5EF4-FFF2-40B4-BE49-F238E27FC236}">
                <a16:creationId xmlns:a16="http://schemas.microsoft.com/office/drawing/2014/main" id="{1BBEA878-5487-459B-AEA8-928D9E9E0FE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69E31A9-6345-4740-A644-788F84B9C19C}"/>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73BF1A9-4BC0-4940-9AD0-71A25178B7D0}"/>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@astryxplays</a:t>
            </a:r>
          </a:p>
        </p:txBody>
      </p:sp>
      <p:sp>
        <p:nvSpPr>
          <p:cNvPr id="8" name="">
            <a:extLst xmlns:a="http://schemas.openxmlformats.org/drawingml/2006/main">
              <a:ext uri="{FF2B5EF4-FFF2-40B4-BE49-F238E27FC236}">
                <a16:creationId xmlns:a16="http://schemas.microsoft.com/office/drawing/2014/main" id="{1928768C-5EB4-4582-865B-5521D0B6DA04}"/>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16F6BC1D-D37E-4D46-930A-28A1892CC840}"/>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B8812844-29F2-4BC9-A16A-12A00E60B7CB}"/>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33,182  |  Oct 1-8: 1,299</a:t>
            </a:r>
          </a:p>
        </p:txBody>
      </p:sp>
      <p:sp>
        <p:nvSpPr>
          <p:cNvPr id="11" name="">
            <a:extLst xmlns:a="http://schemas.openxmlformats.org/drawingml/2006/main">
              <a:ext uri="{FF2B5EF4-FFF2-40B4-BE49-F238E27FC236}">
                <a16:creationId xmlns:a16="http://schemas.microsoft.com/office/drawing/2014/main" id="{47BF356F-8376-4D9C-9118-195DF8E4F831}"/>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7C4A5D8B-4261-4266-A7F4-74E99AB13DB5}"/>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(1.3k/33.2k)</a:t>
            </a:r>
          </a:p>
          <a:p xmlns:a="http://schemas.openxmlformats.org/drawingml/2006/main">
            <a:pPr>
              <a:defRPr sz="1275" b="0">
                <a:solidFill>
                  <a:srgbClr val="F7F4EC"/>
                </a:solidFill>
              </a:defRPr>
            </a:pPr>
            <a:r>
              <a:rPr sz="1275" b="0">
                <a:solidFill>
                  <a:srgbClr val="F7F4EC"/>
                </a:solidFill>
              </a:rPr>
              <a:t>Hours 43% of Sep 1-8 (7h/15h)</a:t>
            </a:r>
          </a:p>
        </p:txBody>
      </p:sp>
      <p:sp>
        <p:nvSpPr>
          <p:cNvPr id="13" name="">
            <a:extLst xmlns:a="http://schemas.openxmlformats.org/drawingml/2006/main">
              <a:ext uri="{FF2B5EF4-FFF2-40B4-BE49-F238E27FC236}">
                <a16:creationId xmlns:a16="http://schemas.microsoft.com/office/drawing/2014/main" id="{2822AA29-2595-4A9F-9BD4-8068F1E32E24}"/>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61A4737-7094-40CB-BFD8-B7328128FE7E}"/>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43%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39F704AD-7167-4256-8C26-C2761A6493A9}"/>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a:t>
            </a:r>
          </a:p>
        </p:txBody>
      </p:sp>
    </p:spTree>
    <p:extLst>
      <p:ext uri="{BB962C8B-B14F-4D97-AF65-F5344CB8AC3E}">
        <p14:creationId xmlns:p14="http://schemas.microsoft.com/office/powerpoint/2010/main" val="253140773"/>
      </p:ext>
    </p:extLst>
  </p:cSld>
</p:sld>
</file>

<file path=ppt/slides/slide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7C579D-6865-426D-A8E5-3F166835134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BE5DE7C1-75D3-437A-BCC4-8AB4C235381C}"/>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3DB68A9-4D4F-40B4-83E5-9256DBD87C1B}"/>
              </a:ext>
            </a:extLst>
          </p:cNvPr>
          <p:cNvPicPr>
            <a:picLocks xmlns:a="http://schemas.openxmlformats.org/drawingml/2006/main" noChangeAspect="1"/>
          </p:cNvPicPr>
          <p:nvPr/>
        </p:nvPicPr>
        <p:blipFill>
          <a:blip xmlns:r="http://schemas.openxmlformats.org/officeDocument/2006/relationships" xmlns:a="http://schemas.openxmlformats.org/drawingml/2006/main" r:embed="Rb4cb267e44a2490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45A5936-B826-469A-81F7-B0DB2254317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byrne.gemma@icloud.com</a:t>
            </a:r>
          </a:p>
        </p:txBody>
      </p:sp>
      <p:sp>
        <p:nvSpPr>
          <p:cNvPr id="5" name="">
            <a:extLst xmlns:a="http://schemas.openxmlformats.org/drawingml/2006/main">
              <a:ext uri="{FF2B5EF4-FFF2-40B4-BE49-F238E27FC236}">
                <a16:creationId xmlns:a16="http://schemas.microsoft.com/office/drawing/2014/main" id="{59100EBE-D5E2-4E40-AC41-7098B9A982B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300CA8B-6DBA-4A80-AAEA-3AC34B7A779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B0D584F-AEA4-4FC3-AC24-C239317F7D37}"/>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@pappa1901</a:t>
            </a:r>
          </a:p>
        </p:txBody>
      </p:sp>
      <p:sp>
        <p:nvSpPr>
          <p:cNvPr id="8" name="">
            <a:extLst xmlns:a="http://schemas.openxmlformats.org/drawingml/2006/main">
              <a:ext uri="{FF2B5EF4-FFF2-40B4-BE49-F238E27FC236}">
                <a16:creationId xmlns:a16="http://schemas.microsoft.com/office/drawing/2014/main" id="{75404A59-D4C0-4CAA-92FC-D75D9B45D51C}"/>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29770CBD-90E9-486C-B779-CF95842FDE03}"/>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-82%</a:t>
            </a:r>
          </a:p>
        </p:txBody>
      </p:sp>
      <p:sp>
        <p:nvSpPr>
          <p:cNvPr id="10" name="">
            <a:extLst xmlns:a="http://schemas.openxmlformats.org/drawingml/2006/main">
              <a:ext uri="{FF2B5EF4-FFF2-40B4-BE49-F238E27FC236}">
                <a16:creationId xmlns:a16="http://schemas.microsoft.com/office/drawing/2014/main" id="{E1248704-87C3-4F2A-8804-F688377D2599}"/>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61,099  |  Oct 1-8: 10,803</a:t>
            </a:r>
          </a:p>
        </p:txBody>
      </p:sp>
      <p:sp>
        <p:nvSpPr>
          <p:cNvPr id="11" name="">
            <a:extLst xmlns:a="http://schemas.openxmlformats.org/drawingml/2006/main">
              <a:ext uri="{FF2B5EF4-FFF2-40B4-BE49-F238E27FC236}">
                <a16:creationId xmlns:a16="http://schemas.microsoft.com/office/drawing/2014/main" id="{6809A1E4-3C2A-49CF-B35E-2A64227323ED}"/>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0458B54-80CD-4F8A-AD1D-92830B837CE1}"/>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30% of Sep 1-8 (3h/11h)</a:t>
            </a:r>
          </a:p>
          <a:p xmlns:a="http://schemas.openxmlformats.org/drawingml/2006/main">
            <a:pPr>
              <a:defRPr sz="1275" b="0">
                <a:solidFill>
                  <a:srgbClr val="F7F4EC"/>
                </a:solidFill>
              </a:defRPr>
            </a:pPr>
            <a:r>
              <a:rPr sz="1275" b="0">
                <a:solidFill>
                  <a:srgbClr val="F7F4EC"/>
                </a:solidFill>
              </a:rPr>
              <a:t>Diamonds 18% of Sep 1-8 (10.8k/61.1k)</a:t>
            </a:r>
          </a:p>
        </p:txBody>
      </p:sp>
      <p:sp>
        <p:nvSpPr>
          <p:cNvPr id="13" name="">
            <a:extLst xmlns:a="http://schemas.openxmlformats.org/drawingml/2006/main">
              <a:ext uri="{FF2B5EF4-FFF2-40B4-BE49-F238E27FC236}">
                <a16:creationId xmlns:a16="http://schemas.microsoft.com/office/drawing/2014/main" id="{99C99159-B895-4175-973C-0DDDC454CB2A}"/>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E0354A24-6925-4454-8D5B-343F4E147EB5}"/>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49D2CEDF-7C35-4D18-98CE-5F7D6FA91F8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4</a:t>
            </a:r>
          </a:p>
        </p:txBody>
      </p:sp>
    </p:spTree>
    <p:extLst>
      <p:ext uri="{BB962C8B-B14F-4D97-AF65-F5344CB8AC3E}">
        <p14:creationId xmlns:p14="http://schemas.microsoft.com/office/powerpoint/2010/main" val="449524641"/>
      </p:ext>
    </p:extLst>
  </p:cSld>
</p:sld>
</file>

<file path=ppt/slides/slide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2F4C96E-5B53-48BB-91B6-6B753589478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2AB9279-4688-47F7-8191-E6C227FDC75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ACDBFAE-0306-43B0-89CA-66CAB78F2B29}"/>
              </a:ext>
            </a:extLst>
          </p:cNvPr>
          <p:cNvPicPr>
            <a:picLocks xmlns:a="http://schemas.openxmlformats.org/drawingml/2006/main" noChangeAspect="1"/>
          </p:cNvPicPr>
          <p:nvPr/>
        </p:nvPicPr>
        <p:blipFill>
          <a:blip xmlns:r="http://schemas.openxmlformats.org/officeDocument/2006/relationships" xmlns:a="http://schemas.openxmlformats.org/drawingml/2006/main" r:embed="Rdf0ebcd0341a4f8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EF394E-71AF-49B2-99FD-58BFE1AED09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carrie_manager@outlook.com</a:t>
            </a:r>
          </a:p>
        </p:txBody>
      </p:sp>
      <p:sp>
        <p:nvSpPr>
          <p:cNvPr id="5" name="">
            <a:extLst xmlns:a="http://schemas.openxmlformats.org/drawingml/2006/main">
              <a:ext uri="{FF2B5EF4-FFF2-40B4-BE49-F238E27FC236}">
                <a16:creationId xmlns:a16="http://schemas.microsoft.com/office/drawing/2014/main" id="{FFAFB3C2-42C6-40FB-A496-525E8C73A6BE}"/>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D3BC1BA7-8280-457A-87D1-99668A682D79}"/>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4E06189-8849-4AC3-B696-53C9740EE988}"/>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@chloechapman2003</a:t>
            </a:r>
          </a:p>
        </p:txBody>
      </p:sp>
      <p:sp>
        <p:nvSpPr>
          <p:cNvPr id="8" name="">
            <a:extLst xmlns:a="http://schemas.openxmlformats.org/drawingml/2006/main">
              <a:ext uri="{FF2B5EF4-FFF2-40B4-BE49-F238E27FC236}">
                <a16:creationId xmlns:a16="http://schemas.microsoft.com/office/drawing/2014/main" id="{7F2F8CA1-3833-4AA9-8004-BFC92A90D14F}"/>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2D4CCE7-8675-49B0-9745-7895E851005A}"/>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-90%</a:t>
            </a:r>
          </a:p>
        </p:txBody>
      </p:sp>
      <p:sp>
        <p:nvSpPr>
          <p:cNvPr id="10" name="">
            <a:extLst xmlns:a="http://schemas.openxmlformats.org/drawingml/2006/main">
              <a:ext uri="{FF2B5EF4-FFF2-40B4-BE49-F238E27FC236}">
                <a16:creationId xmlns:a16="http://schemas.microsoft.com/office/drawing/2014/main" id="{DDD064F4-BD25-4A26-BB94-569A571C1764}"/>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112,928  |  Oct 1-8: 11,316</a:t>
            </a:r>
          </a:p>
        </p:txBody>
      </p:sp>
      <p:sp>
        <p:nvSpPr>
          <p:cNvPr id="11" name="">
            <a:extLst xmlns:a="http://schemas.openxmlformats.org/drawingml/2006/main">
              <a:ext uri="{FF2B5EF4-FFF2-40B4-BE49-F238E27FC236}">
                <a16:creationId xmlns:a16="http://schemas.microsoft.com/office/drawing/2014/main" id="{D59A3F05-0C91-40A0-A490-DEFE5A283AE2}"/>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9BDE9A1F-D92B-473C-99C2-5811F21A28F7}"/>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8% of Sep 1-8 (3h/38h)</a:t>
            </a:r>
          </a:p>
          <a:p xmlns:a="http://schemas.openxmlformats.org/drawingml/2006/main">
            <a:pPr>
              <a:defRPr sz="1275" b="0">
                <a:solidFill>
                  <a:srgbClr val="F7F4EC"/>
                </a:solidFill>
              </a:defRPr>
            </a:pPr>
            <a:r>
              <a:rPr sz="1275" b="0">
                <a:solidFill>
                  <a:srgbClr val="F7F4EC"/>
                </a:solidFill>
              </a:rPr>
              <a:t>Matches 12% of Sep 1-8 (13/111)</a:t>
            </a:r>
          </a:p>
        </p:txBody>
      </p:sp>
      <p:sp>
        <p:nvSpPr>
          <p:cNvPr id="13" name="">
            <a:extLst xmlns:a="http://schemas.openxmlformats.org/drawingml/2006/main">
              <a:ext uri="{FF2B5EF4-FFF2-40B4-BE49-F238E27FC236}">
                <a16:creationId xmlns:a16="http://schemas.microsoft.com/office/drawing/2014/main" id="{39C0C211-DA27-406F-B803-475B463524F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F4517BF-8666-4F9C-8C4B-EB90E89039C8}"/>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58F2AA95-2D6B-4FDC-9199-D0F61FF84B35}"/>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8464ACDB-54FD-4ED9-B66C-D58436F0172E}"/>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@sallytuffery69</a:t>
            </a:r>
          </a:p>
        </p:txBody>
      </p:sp>
      <p:sp>
        <p:nvSpPr>
          <p:cNvPr id="17" name="">
            <a:extLst xmlns:a="http://schemas.openxmlformats.org/drawingml/2006/main">
              <a:ext uri="{FF2B5EF4-FFF2-40B4-BE49-F238E27FC236}">
                <a16:creationId xmlns:a16="http://schemas.microsoft.com/office/drawing/2014/main" id="{F39A895B-CAB1-40C7-A89A-98A793445032}"/>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8AB0DBDC-29F0-448F-B63F-14FD5505B187}"/>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870A9394-4A8F-4AEC-8C4A-1E5AF9AAC0CC}"/>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29,135  |  Oct 1-8: 0</a:t>
            </a:r>
          </a:p>
        </p:txBody>
      </p:sp>
      <p:sp>
        <p:nvSpPr>
          <p:cNvPr id="20" name="">
            <a:extLst xmlns:a="http://schemas.openxmlformats.org/drawingml/2006/main">
              <a:ext uri="{FF2B5EF4-FFF2-40B4-BE49-F238E27FC236}">
                <a16:creationId xmlns:a16="http://schemas.microsoft.com/office/drawing/2014/main" id="{06FB89D9-C0B6-4BE1-8120-483B229023D9}"/>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E5624F75-A010-4792-9653-18A0F3F0B539}"/>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07B4A175-A887-4C2F-A4EF-29263C74D35C}"/>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BFB9574E-4030-4AF1-98FD-B79F3C074BCB}"/>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A431330A-61E4-495D-A86A-1D110A23A54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5</a:t>
            </a:r>
          </a:p>
        </p:txBody>
      </p:sp>
    </p:spTree>
    <p:extLst>
      <p:ext uri="{BB962C8B-B14F-4D97-AF65-F5344CB8AC3E}">
        <p14:creationId xmlns:p14="http://schemas.microsoft.com/office/powerpoint/2010/main" val="435633688"/>
      </p:ext>
    </p:extLst>
  </p:cSld>
</p:sld>
</file>

<file path=ppt/slides/slide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1467124-6ED1-43AB-8BAF-DD7E6F33142C}"/>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9EF04202-EC7B-4AA5-B4E1-776CC4D396A1}"/>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ED188A5-5077-46B2-8F4F-1CB4BFABAF54}"/>
              </a:ext>
            </a:extLst>
          </p:cNvPr>
          <p:cNvPicPr>
            <a:picLocks xmlns:a="http://schemas.openxmlformats.org/drawingml/2006/main" noChangeAspect="1"/>
          </p:cNvPicPr>
          <p:nvPr/>
        </p:nvPicPr>
        <p:blipFill>
          <a:blip xmlns:r="http://schemas.openxmlformats.org/officeDocument/2006/relationships" xmlns:a="http://schemas.openxmlformats.org/drawingml/2006/main" r:embed="R69225cbb3e2642f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9C6CB4-B2C1-4474-A30F-811D5D925997}"/>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cjtokens1237@gmail.com</a:t>
            </a:r>
          </a:p>
        </p:txBody>
      </p:sp>
      <p:sp>
        <p:nvSpPr>
          <p:cNvPr id="5" name="">
            <a:extLst xmlns:a="http://schemas.openxmlformats.org/drawingml/2006/main">
              <a:ext uri="{FF2B5EF4-FFF2-40B4-BE49-F238E27FC236}">
                <a16:creationId xmlns:a16="http://schemas.microsoft.com/office/drawing/2014/main" id="{3EEDC16A-C818-4905-8332-35311829AB2B}"/>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4B0B2144-5E1F-4D2F-A5FA-7A97ADF2DAE6}"/>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4497814-3846-4D68-999F-EB25997D5750}"/>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@ace.t176</a:t>
            </a:r>
          </a:p>
        </p:txBody>
      </p:sp>
      <p:sp>
        <p:nvSpPr>
          <p:cNvPr id="8" name="">
            <a:extLst xmlns:a="http://schemas.openxmlformats.org/drawingml/2006/main">
              <a:ext uri="{FF2B5EF4-FFF2-40B4-BE49-F238E27FC236}">
                <a16:creationId xmlns:a16="http://schemas.microsoft.com/office/drawing/2014/main" id="{8A560DDE-864D-4C3D-8B60-8F9BE4F56365}"/>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D85C15B-48D7-4F51-B8C3-C750256EE9A8}"/>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0" name="">
            <a:extLst xmlns:a="http://schemas.openxmlformats.org/drawingml/2006/main">
              <a:ext uri="{FF2B5EF4-FFF2-40B4-BE49-F238E27FC236}">
                <a16:creationId xmlns:a16="http://schemas.microsoft.com/office/drawing/2014/main" id="{7B9827F3-F735-4515-9150-DE4A5185C645}"/>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46,177  |  Oct 1-8: 0</a:t>
            </a:r>
          </a:p>
        </p:txBody>
      </p:sp>
      <p:sp>
        <p:nvSpPr>
          <p:cNvPr id="11" name="">
            <a:extLst xmlns:a="http://schemas.openxmlformats.org/drawingml/2006/main">
              <a:ext uri="{FF2B5EF4-FFF2-40B4-BE49-F238E27FC236}">
                <a16:creationId xmlns:a16="http://schemas.microsoft.com/office/drawing/2014/main" id="{2256447F-C04E-46C8-BBD2-D433D3BEF38B}"/>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8245821-624E-421F-BF69-9C6C8B68FB45}"/>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13" name="">
            <a:extLst xmlns:a="http://schemas.openxmlformats.org/drawingml/2006/main">
              <a:ext uri="{FF2B5EF4-FFF2-40B4-BE49-F238E27FC236}">
                <a16:creationId xmlns:a16="http://schemas.microsoft.com/office/drawing/2014/main" id="{B38B1661-8F77-4D7E-9B66-0468F14407F3}"/>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1933795-4028-4F44-A679-5E2BE0C7673C}"/>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15" name="">
            <a:extLst xmlns:a="http://schemas.openxmlformats.org/drawingml/2006/main">
              <a:ext uri="{FF2B5EF4-FFF2-40B4-BE49-F238E27FC236}">
                <a16:creationId xmlns:a16="http://schemas.microsoft.com/office/drawing/2014/main" id="{A3911D62-907A-49B8-B6B7-F8B2DC99AA74}"/>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AF8BA72B-91D4-4AB2-A6F0-92ECA2AF061E}"/>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@liambamford18</a:t>
            </a:r>
          </a:p>
        </p:txBody>
      </p:sp>
      <p:sp>
        <p:nvSpPr>
          <p:cNvPr id="17" name="">
            <a:extLst xmlns:a="http://schemas.openxmlformats.org/drawingml/2006/main">
              <a:ext uri="{FF2B5EF4-FFF2-40B4-BE49-F238E27FC236}">
                <a16:creationId xmlns:a16="http://schemas.microsoft.com/office/drawing/2014/main" id="{A06ECDC4-6FD6-4067-B4FB-51AD2E9C7CCB}"/>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670DB4C6-1A7C-4B96-A070-81FDA8E1204E}"/>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90D7F3BD-B769-40EC-8617-3746C2D36DD9}"/>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38,625  |  Oct 1-8: 0</a:t>
            </a:r>
          </a:p>
        </p:txBody>
      </p:sp>
      <p:sp>
        <p:nvSpPr>
          <p:cNvPr id="20" name="">
            <a:extLst xmlns:a="http://schemas.openxmlformats.org/drawingml/2006/main">
              <a:ext uri="{FF2B5EF4-FFF2-40B4-BE49-F238E27FC236}">
                <a16:creationId xmlns:a16="http://schemas.microsoft.com/office/drawing/2014/main" id="{516CE746-7158-4631-BB71-F2C569780953}"/>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3A420B48-4D36-4038-9C89-4F3D7E88066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AB6B0FA5-0B19-4852-A6D7-BA7EBED0D431}"/>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23CB787-78D9-49BA-BEC2-8A65D4892682}"/>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1ECB7252-160F-4859-8F58-7B2F10B39CC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6</a:t>
            </a:r>
          </a:p>
        </p:txBody>
      </p:sp>
    </p:spTree>
    <p:extLst>
      <p:ext uri="{BB962C8B-B14F-4D97-AF65-F5344CB8AC3E}">
        <p14:creationId xmlns:p14="http://schemas.microsoft.com/office/powerpoint/2010/main" val="168563474"/>
      </p:ext>
    </p:extLst>
  </p:cSld>
</p:sld>
</file>

<file path=ppt/slides/slide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EC239F0-2D6E-4C0A-8EA0-87E6D5FAFBF0}"/>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D64D2CDA-9D97-435F-8040-34DFA623239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D914E2D-6D04-475E-9ABE-4A9394530A03}"/>
              </a:ext>
            </a:extLst>
          </p:cNvPr>
          <p:cNvPicPr>
            <a:picLocks xmlns:a="http://schemas.openxmlformats.org/drawingml/2006/main" noChangeAspect="1"/>
          </p:cNvPicPr>
          <p:nvPr/>
        </p:nvPicPr>
        <p:blipFill>
          <a:blip xmlns:r="http://schemas.openxmlformats.org/officeDocument/2006/relationships" xmlns:a="http://schemas.openxmlformats.org/drawingml/2006/main" r:embed="R16d352a95f0941c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D941DEA-8C84-4D4C-AF41-99562997433A}"/>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firstclassagency_ash@outlook.com</a:t>
            </a:r>
          </a:p>
        </p:txBody>
      </p:sp>
      <p:sp>
        <p:nvSpPr>
          <p:cNvPr id="5" name="">
            <a:extLst xmlns:a="http://schemas.openxmlformats.org/drawingml/2006/main">
              <a:ext uri="{FF2B5EF4-FFF2-40B4-BE49-F238E27FC236}">
                <a16:creationId xmlns:a16="http://schemas.microsoft.com/office/drawing/2014/main" id="{8A5A44F4-D7A0-4994-BB28-F274966D6AA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EB32ECE4-F015-4037-9077-FDEE960D0D46}"/>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8DE5F48-2B3D-4F69-9B94-8F59525E246C}"/>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@rhir3a</a:t>
            </a:r>
          </a:p>
        </p:txBody>
      </p:sp>
      <p:sp>
        <p:nvSpPr>
          <p:cNvPr id="8" name="">
            <a:extLst xmlns:a="http://schemas.openxmlformats.org/drawingml/2006/main">
              <a:ext uri="{FF2B5EF4-FFF2-40B4-BE49-F238E27FC236}">
                <a16:creationId xmlns:a16="http://schemas.microsoft.com/office/drawing/2014/main" id="{BAD74406-837B-460A-8962-AF7C8F24504C}"/>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C6EFAC6D-8E8E-4CB9-9437-D17194DB74C7}"/>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a:t>
            </a:r>
          </a:p>
        </p:txBody>
      </p:sp>
      <p:sp>
        <p:nvSpPr>
          <p:cNvPr id="10" name="">
            <a:extLst xmlns:a="http://schemas.openxmlformats.org/drawingml/2006/main">
              <a:ext uri="{FF2B5EF4-FFF2-40B4-BE49-F238E27FC236}">
                <a16:creationId xmlns:a16="http://schemas.microsoft.com/office/drawing/2014/main" id="{2DD7BC5D-4420-48F9-809A-62E2457764BA}"/>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90,608  |  Oct 1-8: 38,498</a:t>
            </a:r>
          </a:p>
        </p:txBody>
      </p:sp>
      <p:sp>
        <p:nvSpPr>
          <p:cNvPr id="11" name="">
            <a:extLst xmlns:a="http://schemas.openxmlformats.org/drawingml/2006/main">
              <a:ext uri="{FF2B5EF4-FFF2-40B4-BE49-F238E27FC236}">
                <a16:creationId xmlns:a16="http://schemas.microsoft.com/office/drawing/2014/main" id="{11E2106F-BA27-4C97-AE76-B6B89D8A8918}"/>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B8020631-6F21-4E6A-99A1-FAAF27B363F8}"/>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42% of Sep 1-8 (83/196)</a:t>
            </a:r>
          </a:p>
          <a:p xmlns:a="http://schemas.openxmlformats.org/drawingml/2006/main">
            <a:pPr>
              <a:defRPr sz="1275" b="0">
                <a:solidFill>
                  <a:srgbClr val="F7F4EC"/>
                </a:solidFill>
              </a:defRPr>
            </a:pPr>
            <a:r>
              <a:rPr sz="1275" b="0">
                <a:solidFill>
                  <a:srgbClr val="F7F4EC"/>
                </a:solidFill>
              </a:rPr>
              <a:t>Diamonds 42% of Sep 1-8 (38.5k/90.6k)</a:t>
            </a:r>
          </a:p>
        </p:txBody>
      </p:sp>
      <p:sp>
        <p:nvSpPr>
          <p:cNvPr id="13" name="">
            <a:extLst xmlns:a="http://schemas.openxmlformats.org/drawingml/2006/main">
              <a:ext uri="{FF2B5EF4-FFF2-40B4-BE49-F238E27FC236}">
                <a16:creationId xmlns:a16="http://schemas.microsoft.com/office/drawing/2014/main" id="{F6424989-3C1F-4672-9B5C-F09D0B8E6CC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C6FC532B-6D79-498F-8B59-85487A2FF8E6}"/>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7763ADC7-5C35-4D03-8E86-5B49207D2039}"/>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5E88FA71-70D8-446B-882B-920062B8BB06}"/>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@soph.x19x</a:t>
            </a:r>
          </a:p>
        </p:txBody>
      </p:sp>
      <p:sp>
        <p:nvSpPr>
          <p:cNvPr id="17" name="">
            <a:extLst xmlns:a="http://schemas.openxmlformats.org/drawingml/2006/main">
              <a:ext uri="{FF2B5EF4-FFF2-40B4-BE49-F238E27FC236}">
                <a16:creationId xmlns:a16="http://schemas.microsoft.com/office/drawing/2014/main" id="{F5246CAA-D43F-4FDB-AC0E-168148C89329}"/>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5BE6D555-3358-4D59-B3BE-C4729B22D88E}"/>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-32%</a:t>
            </a:r>
          </a:p>
        </p:txBody>
      </p:sp>
      <p:sp>
        <p:nvSpPr>
          <p:cNvPr id="19" name="">
            <a:extLst xmlns:a="http://schemas.openxmlformats.org/drawingml/2006/main">
              <a:ext uri="{FF2B5EF4-FFF2-40B4-BE49-F238E27FC236}">
                <a16:creationId xmlns:a16="http://schemas.microsoft.com/office/drawing/2014/main" id="{35F46907-3660-4A32-A73C-1CAF90502F43}"/>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131,331  |  Oct 1-8: 89,278</a:t>
            </a:r>
          </a:p>
        </p:txBody>
      </p:sp>
      <p:sp>
        <p:nvSpPr>
          <p:cNvPr id="20" name="">
            <a:extLst xmlns:a="http://schemas.openxmlformats.org/drawingml/2006/main">
              <a:ext uri="{FF2B5EF4-FFF2-40B4-BE49-F238E27FC236}">
                <a16:creationId xmlns:a16="http://schemas.microsoft.com/office/drawing/2014/main" id="{DB7B514D-8A1C-4BE2-A3D9-0B1DB1BE512F}"/>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DE937B70-4F9D-4A62-BB53-60897AD3DF41}"/>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65% of Sep 1-8 (17h/27h)</a:t>
            </a:r>
          </a:p>
          <a:p xmlns:a="http://schemas.openxmlformats.org/drawingml/2006/main">
            <a:pPr>
              <a:defRPr sz="1275" b="0">
                <a:solidFill>
                  <a:srgbClr val="F7F4EC"/>
                </a:solidFill>
              </a:defRPr>
            </a:pPr>
            <a:r>
              <a:rPr sz="1275" b="0">
                <a:solidFill>
                  <a:srgbClr val="F7F4EC"/>
                </a:solidFill>
              </a:rPr>
              <a:t>Matches 57% of Sep 1-8 (101/176)</a:t>
            </a:r>
          </a:p>
        </p:txBody>
      </p:sp>
      <p:sp>
        <p:nvSpPr>
          <p:cNvPr id="22" name="">
            <a:extLst xmlns:a="http://schemas.openxmlformats.org/drawingml/2006/main">
              <a:ext uri="{FF2B5EF4-FFF2-40B4-BE49-F238E27FC236}">
                <a16:creationId xmlns:a16="http://schemas.microsoft.com/office/drawing/2014/main" id="{BBCE3570-AD57-4293-A92F-F9A69BE1188D}"/>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9A59F245-2072-4C82-A1E4-0FB691E0093A}"/>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709E4F51-52D9-4232-9190-20B4A4A1D85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7</a:t>
            </a:r>
          </a:p>
        </p:txBody>
      </p:sp>
    </p:spTree>
    <p:extLst>
      <p:ext uri="{BB962C8B-B14F-4D97-AF65-F5344CB8AC3E}">
        <p14:creationId xmlns:p14="http://schemas.microsoft.com/office/powerpoint/2010/main" val="1593949337"/>
      </p:ext>
    </p:extLst>
  </p:cSld>
</p:sld>
</file>

<file path=ppt/slides/slide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0431525-267A-4671-88F3-5193C2D8E3A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4FE2E71-291D-4325-95BF-5F837F5D537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A890BD39-8D9B-4A2A-A4D9-61E2909B8F2D}"/>
              </a:ext>
            </a:extLst>
          </p:cNvPr>
          <p:cNvPicPr>
            <a:picLocks xmlns:a="http://schemas.openxmlformats.org/drawingml/2006/main" noChangeAspect="1"/>
          </p:cNvPicPr>
          <p:nvPr/>
        </p:nvPicPr>
        <p:blipFill>
          <a:blip xmlns:r="http://schemas.openxmlformats.org/officeDocument/2006/relationships" xmlns:a="http://schemas.openxmlformats.org/drawingml/2006/main" r:embed="R4de34c4aa112497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150AB8-6041-43C6-93BA-AE7B85CBC9E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95E83A89-3693-466D-83D3-2C0B8AB75EC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3B4CE78-B6EB-401E-9488-A6F0A23BB4DC}"/>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F929DB7-2476-4F20-B8D0-E2BBB0C672D7}"/>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@dylanjinks</a:t>
            </a:r>
          </a:p>
        </p:txBody>
      </p:sp>
      <p:sp>
        <p:nvSpPr>
          <p:cNvPr id="8" name="">
            <a:extLst xmlns:a="http://schemas.openxmlformats.org/drawingml/2006/main">
              <a:ext uri="{FF2B5EF4-FFF2-40B4-BE49-F238E27FC236}">
                <a16:creationId xmlns:a16="http://schemas.microsoft.com/office/drawing/2014/main" id="{636FDF95-12D4-4D12-AD69-C7189BB5C8B7}"/>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156B858D-DB5A-4096-84B8-AA2C7CEC9E1E}"/>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-73%</a:t>
            </a:r>
          </a:p>
        </p:txBody>
      </p:sp>
      <p:sp>
        <p:nvSpPr>
          <p:cNvPr id="10" name="">
            <a:extLst xmlns:a="http://schemas.openxmlformats.org/drawingml/2006/main">
              <a:ext uri="{FF2B5EF4-FFF2-40B4-BE49-F238E27FC236}">
                <a16:creationId xmlns:a16="http://schemas.microsoft.com/office/drawing/2014/main" id="{9CC060B8-C0B7-443F-9608-009085A9D8E3}"/>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490,102  |  Oct 1-8: 130,340</a:t>
            </a:r>
          </a:p>
        </p:txBody>
      </p:sp>
      <p:sp>
        <p:nvSpPr>
          <p:cNvPr id="11" name="">
            <a:extLst xmlns:a="http://schemas.openxmlformats.org/drawingml/2006/main">
              <a:ext uri="{FF2B5EF4-FFF2-40B4-BE49-F238E27FC236}">
                <a16:creationId xmlns:a16="http://schemas.microsoft.com/office/drawing/2014/main" id="{28EE5B47-F36A-4844-B668-0929B84FDF41}"/>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02C33367-AE48-4EA1-9ED5-B98E2307282B}"/>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27% of Sep 1-8 (130.3k/490.1k)</a:t>
            </a:r>
          </a:p>
          <a:p xmlns:a="http://schemas.openxmlformats.org/drawingml/2006/main">
            <a:pPr>
              <a:defRPr sz="1275" b="0">
                <a:solidFill>
                  <a:srgbClr val="F7F4EC"/>
                </a:solidFill>
              </a:defRPr>
            </a:pPr>
            <a:r>
              <a:rPr sz="1275" b="0">
                <a:solidFill>
                  <a:srgbClr val="F7F4EC"/>
                </a:solidFill>
              </a:rPr>
              <a:t>Hours 72% of Sep 1-8 (21h/30h)</a:t>
            </a:r>
          </a:p>
        </p:txBody>
      </p:sp>
      <p:sp>
        <p:nvSpPr>
          <p:cNvPr id="13" name="">
            <a:extLst xmlns:a="http://schemas.openxmlformats.org/drawingml/2006/main">
              <a:ext uri="{FF2B5EF4-FFF2-40B4-BE49-F238E27FC236}">
                <a16:creationId xmlns:a16="http://schemas.microsoft.com/office/drawing/2014/main" id="{1219129D-1124-4939-B74C-625C47DD0885}"/>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2647ED0-331F-4FE8-BC3D-E3721F847054}"/>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A744CC3-C9D2-4BF7-8043-FC6F6D6FE37D}"/>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3C124E1E-4065-462A-AC49-FC1F8B04CA2A}"/>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@allannah.unknown444</a:t>
            </a:r>
          </a:p>
        </p:txBody>
      </p:sp>
      <p:sp>
        <p:nvSpPr>
          <p:cNvPr id="17" name="">
            <a:extLst xmlns:a="http://schemas.openxmlformats.org/drawingml/2006/main">
              <a:ext uri="{FF2B5EF4-FFF2-40B4-BE49-F238E27FC236}">
                <a16:creationId xmlns:a16="http://schemas.microsoft.com/office/drawing/2014/main" id="{40F3458B-79FF-4869-A963-6BE2E40E3C84}"/>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41353E1D-6DF5-43A2-ACA0-B0DF195AAF06}"/>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-69%</a:t>
            </a:r>
          </a:p>
        </p:txBody>
      </p:sp>
      <p:sp>
        <p:nvSpPr>
          <p:cNvPr id="19" name="">
            <a:extLst xmlns:a="http://schemas.openxmlformats.org/drawingml/2006/main">
              <a:ext uri="{FF2B5EF4-FFF2-40B4-BE49-F238E27FC236}">
                <a16:creationId xmlns:a16="http://schemas.microsoft.com/office/drawing/2014/main" id="{9C0B78A6-DDB2-4F37-A489-7A90D74735D7}"/>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425,887  |  Oct 1-8: 130,951</a:t>
            </a:r>
          </a:p>
        </p:txBody>
      </p:sp>
      <p:sp>
        <p:nvSpPr>
          <p:cNvPr id="20" name="">
            <a:extLst xmlns:a="http://schemas.openxmlformats.org/drawingml/2006/main">
              <a:ext uri="{FF2B5EF4-FFF2-40B4-BE49-F238E27FC236}">
                <a16:creationId xmlns:a16="http://schemas.microsoft.com/office/drawing/2014/main" id="{ED53EE61-086F-49EB-BB69-6FDB644BF20B}"/>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E35A1853-0932-4B65-9846-4E732B5A23E2}"/>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31% of Sep 1-8 (131.0k/425.9k)</a:t>
            </a:r>
          </a:p>
          <a:p xmlns:a="http://schemas.openxmlformats.org/drawingml/2006/main">
            <a:pPr>
              <a:defRPr sz="1275" b="0">
                <a:solidFill>
                  <a:srgbClr val="F7F4EC"/>
                </a:solidFill>
              </a:defRPr>
            </a:pPr>
            <a:r>
              <a:rPr sz="1275" b="0">
                <a:solidFill>
                  <a:srgbClr val="F7F4EC"/>
                </a:solidFill>
              </a:rPr>
              <a:t>Matches 46% of Sep 1-8 (138/301)</a:t>
            </a:r>
          </a:p>
        </p:txBody>
      </p:sp>
      <p:sp>
        <p:nvSpPr>
          <p:cNvPr id="22" name="">
            <a:extLst xmlns:a="http://schemas.openxmlformats.org/drawingml/2006/main">
              <a:ext uri="{FF2B5EF4-FFF2-40B4-BE49-F238E27FC236}">
                <a16:creationId xmlns:a16="http://schemas.microsoft.com/office/drawing/2014/main" id="{6A95A5C5-8B48-406E-A340-BEBD78F84311}"/>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29FF714D-8B58-4B8A-87F9-B6A1E16017BC}"/>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7E05BEBA-99DE-43C9-8FE4-8F42AC3F246F}"/>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BE49A9F7-7EEB-4631-96E0-CBAC13757919}"/>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@xomarky</a:t>
            </a:r>
          </a:p>
        </p:txBody>
      </p:sp>
      <p:sp>
        <p:nvSpPr>
          <p:cNvPr id="26" name="">
            <a:extLst xmlns:a="http://schemas.openxmlformats.org/drawingml/2006/main">
              <a:ext uri="{FF2B5EF4-FFF2-40B4-BE49-F238E27FC236}">
                <a16:creationId xmlns:a16="http://schemas.microsoft.com/office/drawing/2014/main" id="{33566AF2-D1FF-498E-91D5-6ADF8F88344D}"/>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1E534B8E-9C29-4A60-9778-227E8EFC6FAD}"/>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-77%</a:t>
            </a:r>
          </a:p>
        </p:txBody>
      </p:sp>
      <p:sp>
        <p:nvSpPr>
          <p:cNvPr id="28" name="">
            <a:extLst xmlns:a="http://schemas.openxmlformats.org/drawingml/2006/main">
              <a:ext uri="{FF2B5EF4-FFF2-40B4-BE49-F238E27FC236}">
                <a16:creationId xmlns:a16="http://schemas.microsoft.com/office/drawing/2014/main" id="{3927D560-3611-461B-A437-1AE85FB2B2AA}"/>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222,795  |  Oct 1-8: 52,229</a:t>
            </a:r>
          </a:p>
        </p:txBody>
      </p:sp>
      <p:sp>
        <p:nvSpPr>
          <p:cNvPr id="29" name="">
            <a:extLst xmlns:a="http://schemas.openxmlformats.org/drawingml/2006/main">
              <a:ext uri="{FF2B5EF4-FFF2-40B4-BE49-F238E27FC236}">
                <a16:creationId xmlns:a16="http://schemas.microsoft.com/office/drawing/2014/main" id="{A95235ED-0FB7-4D76-8A62-593E444574EA}"/>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010CA8C6-8E72-4204-94AF-20E187AACF70}"/>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25% of Sep 1-8 (65/264)</a:t>
            </a:r>
          </a:p>
          <a:p xmlns:a="http://schemas.openxmlformats.org/drawingml/2006/main">
            <a:pPr>
              <a:defRPr sz="1275" b="0">
                <a:solidFill>
                  <a:srgbClr val="F7F4EC"/>
                </a:solidFill>
              </a:defRPr>
            </a:pPr>
            <a:r>
              <a:rPr sz="1275" b="0">
                <a:solidFill>
                  <a:srgbClr val="F7F4EC"/>
                </a:solidFill>
              </a:rPr>
              <a:t>Diamonds 23% of Sep 1-8 (52.2k/222.8k)</a:t>
            </a:r>
          </a:p>
        </p:txBody>
      </p:sp>
      <p:sp>
        <p:nvSpPr>
          <p:cNvPr id="31" name="">
            <a:extLst xmlns:a="http://schemas.openxmlformats.org/drawingml/2006/main">
              <a:ext uri="{FF2B5EF4-FFF2-40B4-BE49-F238E27FC236}">
                <a16:creationId xmlns:a16="http://schemas.microsoft.com/office/drawing/2014/main" id="{AF13A0BA-0226-43F9-B898-DD0649E95DFA}"/>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E1276604-4FD5-4F07-A9AE-25C5376839E6}"/>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66%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33B553CE-C4E0-4390-897A-DFBE76C057F2}"/>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8</a:t>
            </a:r>
          </a:p>
        </p:txBody>
      </p:sp>
    </p:spTree>
    <p:extLst>
      <p:ext uri="{BB962C8B-B14F-4D97-AF65-F5344CB8AC3E}">
        <p14:creationId xmlns:p14="http://schemas.microsoft.com/office/powerpoint/2010/main" val="1836168048"/>
      </p:ext>
    </p:extLst>
  </p:cSld>
</p:sld>
</file>

<file path=ppt/slides/slide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6C7585D-C9CA-4549-8C13-321490F6DB60}"/>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003F398-3BAA-4F0A-9DE6-D6BD982A02E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B31AF62-D381-46CA-90E9-9DD6825D82B8}"/>
              </a:ext>
            </a:extLst>
          </p:cNvPr>
          <p:cNvPicPr>
            <a:picLocks xmlns:a="http://schemas.openxmlformats.org/drawingml/2006/main" noChangeAspect="1"/>
          </p:cNvPicPr>
          <p:nvPr/>
        </p:nvPicPr>
        <p:blipFill>
          <a:blip xmlns:r="http://schemas.openxmlformats.org/officeDocument/2006/relationships" xmlns:a="http://schemas.openxmlformats.org/drawingml/2006/main" r:embed="R2624ab82229a462a"/>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B9EA20-410B-4B9D-97C7-E99DA9672AC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2D3C5FFB-46A2-423B-98DC-21312878694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7950F141-53B9-4FA0-BBC5-89EA99D594BE}"/>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742B9D6D-7653-45E7-9ECE-716192574855}"/>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@flexzontik</a:t>
            </a:r>
          </a:p>
        </p:txBody>
      </p:sp>
      <p:sp>
        <p:nvSpPr>
          <p:cNvPr id="8" name="">
            <a:extLst xmlns:a="http://schemas.openxmlformats.org/drawingml/2006/main">
              <a:ext uri="{FF2B5EF4-FFF2-40B4-BE49-F238E27FC236}">
                <a16:creationId xmlns:a16="http://schemas.microsoft.com/office/drawing/2014/main" id="{BA3A1126-1E73-4190-807D-9DEA19896A99}"/>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8D869498-C840-4E4F-A314-D5BA3A6AF8AA}"/>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DA5E0363-E6BB-4818-B393-AF203983286C}"/>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148,355  |  Oct 1-8: 5,498</a:t>
            </a:r>
          </a:p>
        </p:txBody>
      </p:sp>
      <p:sp>
        <p:nvSpPr>
          <p:cNvPr id="11" name="">
            <a:extLst xmlns:a="http://schemas.openxmlformats.org/drawingml/2006/main">
              <a:ext uri="{FF2B5EF4-FFF2-40B4-BE49-F238E27FC236}">
                <a16:creationId xmlns:a16="http://schemas.microsoft.com/office/drawing/2014/main" id="{6BCB32E8-6771-46E7-B105-ABC8D20E7071}"/>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5396077-A125-4E4A-B6D9-0A4AA72D7BBE}"/>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(5.5k/148.4k)</a:t>
            </a:r>
          </a:p>
          <a:p xmlns:a="http://schemas.openxmlformats.org/drawingml/2006/main">
            <a:pPr>
              <a:defRPr sz="1275" b="0">
                <a:solidFill>
                  <a:srgbClr val="F7F4EC"/>
                </a:solidFill>
              </a:defRPr>
            </a:pPr>
            <a:r>
              <a:rPr sz="1275" b="0">
                <a:solidFill>
                  <a:srgbClr val="F7F4EC"/>
                </a:solidFill>
              </a:rPr>
              <a:t>Hours 26% of Sep 1-8 (6h/21h)</a:t>
            </a:r>
          </a:p>
        </p:txBody>
      </p:sp>
      <p:sp>
        <p:nvSpPr>
          <p:cNvPr id="13" name="">
            <a:extLst xmlns:a="http://schemas.openxmlformats.org/drawingml/2006/main">
              <a:ext uri="{FF2B5EF4-FFF2-40B4-BE49-F238E27FC236}">
                <a16:creationId xmlns:a16="http://schemas.microsoft.com/office/drawing/2014/main" id="{96E63A95-37B6-4616-9111-FE70C5009D20}"/>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1B73182-239F-4CB4-BB8E-22244869B980}"/>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26%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DFD0BAAA-D9E3-4168-86E8-7A3DBBF8A14F}"/>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6F358B7C-6A64-462C-8CBD-5DA580705F26}"/>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@lukebennett170.2</a:t>
            </a:r>
          </a:p>
        </p:txBody>
      </p:sp>
      <p:sp>
        <p:nvSpPr>
          <p:cNvPr id="17" name="">
            <a:extLst xmlns:a="http://schemas.openxmlformats.org/drawingml/2006/main">
              <a:ext uri="{FF2B5EF4-FFF2-40B4-BE49-F238E27FC236}">
                <a16:creationId xmlns:a16="http://schemas.microsoft.com/office/drawing/2014/main" id="{CF90C616-FD4D-4A87-A44D-4C7D7E9745FD}"/>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5C544813-739A-49C0-8D26-241D5BEE1A41}"/>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-27%</a:t>
            </a:r>
          </a:p>
        </p:txBody>
      </p:sp>
      <p:sp>
        <p:nvSpPr>
          <p:cNvPr id="19" name="">
            <a:extLst xmlns:a="http://schemas.openxmlformats.org/drawingml/2006/main">
              <a:ext uri="{FF2B5EF4-FFF2-40B4-BE49-F238E27FC236}">
                <a16:creationId xmlns:a16="http://schemas.microsoft.com/office/drawing/2014/main" id="{8FD57BCC-68E6-4251-9340-6FDAA14B7B17}"/>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437,284  |  Oct 1-8: 321,126</a:t>
            </a:r>
          </a:p>
        </p:txBody>
      </p:sp>
      <p:sp>
        <p:nvSpPr>
          <p:cNvPr id="20" name="">
            <a:extLst xmlns:a="http://schemas.openxmlformats.org/drawingml/2006/main">
              <a:ext uri="{FF2B5EF4-FFF2-40B4-BE49-F238E27FC236}">
                <a16:creationId xmlns:a16="http://schemas.microsoft.com/office/drawing/2014/main" id="{36D20392-8D4A-41F4-9EEF-FA72A4868122}"/>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0CF975E7-FCCA-4942-B698-111952D7D485}"/>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73% of Sep 1-8</a:t>
            </a:r>
          </a:p>
        </p:txBody>
      </p:sp>
      <p:sp>
        <p:nvSpPr>
          <p:cNvPr id="22" name="">
            <a:extLst xmlns:a="http://schemas.openxmlformats.org/drawingml/2006/main">
              <a:ext uri="{FF2B5EF4-FFF2-40B4-BE49-F238E27FC236}">
                <a16:creationId xmlns:a16="http://schemas.microsoft.com/office/drawing/2014/main" id="{C8488BD8-F89B-4395-96D4-72EECFCFD53C}"/>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77DF034B-8845-46C6-801F-8DC07E75922A}"/>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A814A473-E822-416D-A70E-80A9A81A2114}"/>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A04B16BC-C809-48C5-8CF5-F1BCA262ACF7}"/>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@libbyamberxoxo</a:t>
            </a:r>
          </a:p>
        </p:txBody>
      </p:sp>
      <p:sp>
        <p:nvSpPr>
          <p:cNvPr id="26" name="">
            <a:extLst xmlns:a="http://schemas.openxmlformats.org/drawingml/2006/main">
              <a:ext uri="{FF2B5EF4-FFF2-40B4-BE49-F238E27FC236}">
                <a16:creationId xmlns:a16="http://schemas.microsoft.com/office/drawing/2014/main" id="{5B57A0D4-2A29-451C-8532-8066C58A4ED2}"/>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F8A004E1-47AF-427E-B3E2-2DC5584706F5}"/>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28" name="">
            <a:extLst xmlns:a="http://schemas.openxmlformats.org/drawingml/2006/main">
              <a:ext uri="{FF2B5EF4-FFF2-40B4-BE49-F238E27FC236}">
                <a16:creationId xmlns:a16="http://schemas.microsoft.com/office/drawing/2014/main" id="{A5C51D4B-D048-4DC4-958B-5D3E9D7A0C82}"/>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105,597  |  Oct 1-8: 33,458</a:t>
            </a:r>
          </a:p>
        </p:txBody>
      </p:sp>
      <p:sp>
        <p:nvSpPr>
          <p:cNvPr id="29" name="">
            <a:extLst xmlns:a="http://schemas.openxmlformats.org/drawingml/2006/main">
              <a:ext uri="{FF2B5EF4-FFF2-40B4-BE49-F238E27FC236}">
                <a16:creationId xmlns:a16="http://schemas.microsoft.com/office/drawing/2014/main" id="{63CD4566-9448-44A9-B742-ADBA5B9C9194}"/>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98EE433C-577E-41F8-88EE-4A581FB0297C}"/>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35% of Sep 1-8 (7h/21h)</a:t>
            </a:r>
          </a:p>
          <a:p xmlns:a="http://schemas.openxmlformats.org/drawingml/2006/main">
            <a:pPr>
              <a:defRPr sz="1275" b="0">
                <a:solidFill>
                  <a:srgbClr val="F7F4EC"/>
                </a:solidFill>
              </a:defRPr>
            </a:pPr>
            <a:r>
              <a:rPr sz="1275" b="0">
                <a:solidFill>
                  <a:srgbClr val="F7F4EC"/>
                </a:solidFill>
              </a:rPr>
              <a:t>Diamonds 32% of Sep 1-8 (33.5k/105.6k)</a:t>
            </a:r>
          </a:p>
        </p:txBody>
      </p:sp>
      <p:sp>
        <p:nvSpPr>
          <p:cNvPr id="31" name="">
            <a:extLst xmlns:a="http://schemas.openxmlformats.org/drawingml/2006/main">
              <a:ext uri="{FF2B5EF4-FFF2-40B4-BE49-F238E27FC236}">
                <a16:creationId xmlns:a16="http://schemas.microsoft.com/office/drawing/2014/main" id="{94166993-535D-466A-A114-14B4CC599153}"/>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FC497E88-4C76-4F5B-B027-5E8C8347A757}"/>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DAD90688-20F7-4075-8D7D-B80F560E74E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9</a:t>
            </a:r>
          </a:p>
        </p:txBody>
      </p:sp>
    </p:spTree>
    <p:extLst>
      <p:ext uri="{BB962C8B-B14F-4D97-AF65-F5344CB8AC3E}">
        <p14:creationId xmlns:p14="http://schemas.microsoft.com/office/powerpoint/2010/main" val="675773492"/>
      </p:ext>
    </p:extLst>
  </p:cSld>
</p:sld>
</file>

<file path=ppt/slides/slide1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94FAE95-03C6-4E0B-A2FD-EBCA5008DEC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412D947-A6C3-4965-B85E-C2D2FAA5AA49}"/>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1D1DD6E-C3B1-419E-B2B5-8677085FA62C}"/>
              </a:ext>
            </a:extLst>
          </p:cNvPr>
          <p:cNvPicPr>
            <a:picLocks xmlns:a="http://schemas.openxmlformats.org/drawingml/2006/main" noChangeAspect="1"/>
          </p:cNvPicPr>
          <p:nvPr/>
        </p:nvPicPr>
        <p:blipFill>
          <a:blip xmlns:r="http://schemas.openxmlformats.org/officeDocument/2006/relationships" xmlns:a="http://schemas.openxmlformats.org/drawingml/2006/main" r:embed="Rb11fdee6227c4dd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E25067-9432-4DF8-B5B3-5AF480F96744}"/>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0FFF1903-E748-4FD1-BDE9-71587166659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7A26AE9A-7864-428E-BB6D-81A55E2B5E04}"/>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D82502F7-99EF-4B35-B6D7-6AC99363880D}"/>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@lucylou449</a:t>
            </a:r>
          </a:p>
        </p:txBody>
      </p:sp>
      <p:sp>
        <p:nvSpPr>
          <p:cNvPr id="8" name="">
            <a:extLst xmlns:a="http://schemas.openxmlformats.org/drawingml/2006/main">
              <a:ext uri="{FF2B5EF4-FFF2-40B4-BE49-F238E27FC236}">
                <a16:creationId xmlns:a16="http://schemas.microsoft.com/office/drawing/2014/main" id="{E5A97DBE-8650-460A-A102-F9202CAE7C76}"/>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27E39D3-5C8D-4615-892E-90C72E9BC9C5}"/>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4C4F8E36-9D23-4DA4-BA82-7ACC823C1416}"/>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88,792  |  Oct 1-8: 28,601</a:t>
            </a:r>
          </a:p>
        </p:txBody>
      </p:sp>
      <p:sp>
        <p:nvSpPr>
          <p:cNvPr id="11" name="">
            <a:extLst xmlns:a="http://schemas.openxmlformats.org/drawingml/2006/main">
              <a:ext uri="{FF2B5EF4-FFF2-40B4-BE49-F238E27FC236}">
                <a16:creationId xmlns:a16="http://schemas.microsoft.com/office/drawing/2014/main" id="{9F06DE2D-21DA-4066-8752-83F1DDB0F3D6}"/>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B8A2A45-E756-4C07-9628-0A6B62A3C3B8}"/>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22% of Sep 1-8 (16/73)</a:t>
            </a:r>
          </a:p>
          <a:p xmlns:a="http://schemas.openxmlformats.org/drawingml/2006/main">
            <a:pPr>
              <a:defRPr sz="1275" b="0">
                <a:solidFill>
                  <a:srgbClr val="F7F4EC"/>
                </a:solidFill>
              </a:defRPr>
            </a:pPr>
            <a:r>
              <a:rPr sz="1275" b="0">
                <a:solidFill>
                  <a:srgbClr val="F7F4EC"/>
                </a:solidFill>
              </a:rPr>
              <a:t>Streams 38% of Sep 1-8 (3/8)</a:t>
            </a:r>
          </a:p>
        </p:txBody>
      </p:sp>
      <p:sp>
        <p:nvSpPr>
          <p:cNvPr id="13" name="">
            <a:extLst xmlns:a="http://schemas.openxmlformats.org/drawingml/2006/main">
              <a:ext uri="{FF2B5EF4-FFF2-40B4-BE49-F238E27FC236}">
                <a16:creationId xmlns:a16="http://schemas.microsoft.com/office/drawing/2014/main" id="{C48F1D59-6B30-4614-A8D6-E04D04161EF4}"/>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96956BB-6404-4A40-BBF1-B6F47EE800B4}"/>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44%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F42665E1-3A5C-4042-A21E-A6CF7571F8BD}"/>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410920A8-4932-40FA-B4AF-90AFBC44D6E4}"/>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@vitaliacy0</a:t>
            </a:r>
          </a:p>
        </p:txBody>
      </p:sp>
      <p:sp>
        <p:nvSpPr>
          <p:cNvPr id="17" name="">
            <a:extLst xmlns:a="http://schemas.openxmlformats.org/drawingml/2006/main">
              <a:ext uri="{FF2B5EF4-FFF2-40B4-BE49-F238E27FC236}">
                <a16:creationId xmlns:a16="http://schemas.microsoft.com/office/drawing/2014/main" id="{894AD565-2E55-4924-91D2-90D5DA2A9CC3}"/>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A862B0BB-5752-4B48-9468-EE43DF2A2C8A}"/>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-41%</a:t>
            </a:r>
          </a:p>
        </p:txBody>
      </p:sp>
      <p:sp>
        <p:nvSpPr>
          <p:cNvPr id="19" name="">
            <a:extLst xmlns:a="http://schemas.openxmlformats.org/drawingml/2006/main">
              <a:ext uri="{FF2B5EF4-FFF2-40B4-BE49-F238E27FC236}">
                <a16:creationId xmlns:a16="http://schemas.microsoft.com/office/drawing/2014/main" id="{CB83F5EF-1304-40CB-9A33-76990666DAC9}"/>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144,792  |  Oct 1-8: 85,981</a:t>
            </a:r>
          </a:p>
        </p:txBody>
      </p:sp>
      <p:sp>
        <p:nvSpPr>
          <p:cNvPr id="20" name="">
            <a:extLst xmlns:a="http://schemas.openxmlformats.org/drawingml/2006/main">
              <a:ext uri="{FF2B5EF4-FFF2-40B4-BE49-F238E27FC236}">
                <a16:creationId xmlns:a16="http://schemas.microsoft.com/office/drawing/2014/main" id="{B25CCFCE-20CE-49DC-B987-CCAFA937DFB4}"/>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2E4D2C6-0B2D-416E-B8FC-964501914AA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 of Sep 1-8 (4/168)</a:t>
            </a:r>
          </a:p>
          <a:p xmlns:a="http://schemas.openxmlformats.org/drawingml/2006/main">
            <a:pPr>
              <a:defRPr sz="1275" b="0">
                <a:solidFill>
                  <a:srgbClr val="F7F4EC"/>
                </a:solidFill>
              </a:defRPr>
            </a:pPr>
            <a:r>
              <a:rPr sz="1275" b="0">
                <a:solidFill>
                  <a:srgbClr val="F7F4EC"/>
                </a:solidFill>
              </a:rPr>
              <a:t>Same activity; diamonds 59% of Sep 1-8</a:t>
            </a:r>
          </a:p>
        </p:txBody>
      </p:sp>
      <p:sp>
        <p:nvSpPr>
          <p:cNvPr id="22" name="">
            <a:extLst xmlns:a="http://schemas.openxmlformats.org/drawingml/2006/main">
              <a:ext uri="{FF2B5EF4-FFF2-40B4-BE49-F238E27FC236}">
                <a16:creationId xmlns:a16="http://schemas.microsoft.com/office/drawing/2014/main" id="{94857817-5486-4743-8D07-4920D4F1BC7D}"/>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ECC25055-439A-4C74-AEBF-25577CF45552}"/>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a:p xmlns:a="http://schemas.openxmlformats.org/drawingml/2006/main">
            <a:r>
              <a:t/>
            </a:r>
          </a:p>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EC5906B2-FFE8-47A2-A1E8-667E65AE2325}"/>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08624E06-0B45-47FF-9CEB-98B066656A76}"/>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@j.wliveacc</a:t>
            </a:r>
          </a:p>
        </p:txBody>
      </p:sp>
      <p:sp>
        <p:nvSpPr>
          <p:cNvPr id="26" name="">
            <a:extLst xmlns:a="http://schemas.openxmlformats.org/drawingml/2006/main">
              <a:ext uri="{FF2B5EF4-FFF2-40B4-BE49-F238E27FC236}">
                <a16:creationId xmlns:a16="http://schemas.microsoft.com/office/drawing/2014/main" id="{E9BE0B12-02CD-4D19-BEB6-8EC018310C72}"/>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5C43BA2C-FEFA-43F9-8215-A3588A38EE4A}"/>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28" name="">
            <a:extLst xmlns:a="http://schemas.openxmlformats.org/drawingml/2006/main">
              <a:ext uri="{FF2B5EF4-FFF2-40B4-BE49-F238E27FC236}">
                <a16:creationId xmlns:a16="http://schemas.microsoft.com/office/drawing/2014/main" id="{E1AA6814-8152-4F84-9DA0-82C1365FA1D9}"/>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55,136  |  Oct 1-8: 0</a:t>
            </a:r>
          </a:p>
        </p:txBody>
      </p:sp>
      <p:sp>
        <p:nvSpPr>
          <p:cNvPr id="29" name="">
            <a:extLst xmlns:a="http://schemas.openxmlformats.org/drawingml/2006/main">
              <a:ext uri="{FF2B5EF4-FFF2-40B4-BE49-F238E27FC236}">
                <a16:creationId xmlns:a16="http://schemas.microsoft.com/office/drawing/2014/main" id="{A7EBD939-EF03-411C-A0B4-C3751F51B3CA}"/>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03BC7B15-5231-4362-94B3-C2B198BE0F6D}"/>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31" name="">
            <a:extLst xmlns:a="http://schemas.openxmlformats.org/drawingml/2006/main">
              <a:ext uri="{FF2B5EF4-FFF2-40B4-BE49-F238E27FC236}">
                <a16:creationId xmlns:a16="http://schemas.microsoft.com/office/drawing/2014/main" id="{F8B2E356-06DB-4AD8-8BAA-5DC435E34CDD}"/>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FC02C931-5959-4997-BE07-011C65CAF887}"/>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33" name="">
            <a:extLst xmlns:a="http://schemas.openxmlformats.org/drawingml/2006/main">
              <a:ext uri="{FF2B5EF4-FFF2-40B4-BE49-F238E27FC236}">
                <a16:creationId xmlns:a16="http://schemas.microsoft.com/office/drawing/2014/main" id="{5F42F644-AECD-452F-8972-A1DB0C870AD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10</a:t>
            </a:r>
          </a:p>
        </p:txBody>
      </p:sp>
    </p:spTree>
    <p:extLst>
      <p:ext uri="{BB962C8B-B14F-4D97-AF65-F5344CB8AC3E}">
        <p14:creationId xmlns:p14="http://schemas.microsoft.com/office/powerpoint/2010/main" val="412404667"/>
      </p:ext>
    </p:extLst>
  </p:cSld>
</p:sld>
</file>

<file path=ppt/slides/slide1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4120908-D28B-4E08-ADA9-AC34F7BAF77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76C1D00-CE16-4178-B3FA-12482E03EF0B}"/>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E402479-3E96-4E0F-AC42-83A4CBD2D34E}"/>
              </a:ext>
            </a:extLst>
          </p:cNvPr>
          <p:cNvPicPr>
            <a:picLocks xmlns:a="http://schemas.openxmlformats.org/drawingml/2006/main" noChangeAspect="1"/>
          </p:cNvPicPr>
          <p:nvPr/>
        </p:nvPicPr>
        <p:blipFill>
          <a:blip xmlns:r="http://schemas.openxmlformats.org/officeDocument/2006/relationships" xmlns:a="http://schemas.openxmlformats.org/drawingml/2006/main" r:embed="R757f327e10ac4cd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020CD7-BECF-43D1-86D1-4A6F7B4DF459}"/>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63DF9C14-5B69-4773-9573-C4F024CE8F4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13DD4B7E-98A0-4928-9803-5561019F3AD8}"/>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D75C8E1-B736-4643-8A4E-BDB821B66C7E}"/>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@poppy_cooper06</a:t>
            </a:r>
          </a:p>
        </p:txBody>
      </p:sp>
      <p:sp>
        <p:nvSpPr>
          <p:cNvPr id="8" name="">
            <a:extLst xmlns:a="http://schemas.openxmlformats.org/drawingml/2006/main">
              <a:ext uri="{FF2B5EF4-FFF2-40B4-BE49-F238E27FC236}">
                <a16:creationId xmlns:a16="http://schemas.microsoft.com/office/drawing/2014/main" id="{730ECD1D-A582-4E22-9B95-FBD1C85FEBE5}"/>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A6F75253-83AC-4240-A2EB-652E918B80E7}"/>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-72%</a:t>
            </a:r>
          </a:p>
        </p:txBody>
      </p:sp>
      <p:sp>
        <p:nvSpPr>
          <p:cNvPr id="10" name="">
            <a:extLst xmlns:a="http://schemas.openxmlformats.org/drawingml/2006/main">
              <a:ext uri="{FF2B5EF4-FFF2-40B4-BE49-F238E27FC236}">
                <a16:creationId xmlns:a16="http://schemas.microsoft.com/office/drawing/2014/main" id="{E96AB34D-24CD-4502-8AE6-7376EBC2A658}"/>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69,469  |  Oct 1-8: 19,334</a:t>
            </a:r>
          </a:p>
        </p:txBody>
      </p:sp>
      <p:sp>
        <p:nvSpPr>
          <p:cNvPr id="11" name="">
            <a:extLst xmlns:a="http://schemas.openxmlformats.org/drawingml/2006/main">
              <a:ext uri="{FF2B5EF4-FFF2-40B4-BE49-F238E27FC236}">
                <a16:creationId xmlns:a16="http://schemas.microsoft.com/office/drawing/2014/main" id="{00B1F3DE-35DE-4074-BFFC-C13C93A62EF9}"/>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FC84616D-BCA4-43DF-8452-F22140A8C671}"/>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14% of Sep 1-8 (9/65)</a:t>
            </a:r>
          </a:p>
          <a:p xmlns:a="http://schemas.openxmlformats.org/drawingml/2006/main">
            <a:pPr>
              <a:defRPr sz="1275" b="0">
                <a:solidFill>
                  <a:srgbClr val="F7F4EC"/>
                </a:solidFill>
              </a:defRPr>
            </a:pPr>
            <a:r>
              <a:rPr sz="1275" b="0">
                <a:solidFill>
                  <a:srgbClr val="F7F4EC"/>
                </a:solidFill>
              </a:rPr>
              <a:t>Diamonds 28% of Sep 1-8 (19.3k/69.5k)</a:t>
            </a:r>
          </a:p>
        </p:txBody>
      </p:sp>
      <p:sp>
        <p:nvSpPr>
          <p:cNvPr id="13" name="">
            <a:extLst xmlns:a="http://schemas.openxmlformats.org/drawingml/2006/main">
              <a:ext uri="{FF2B5EF4-FFF2-40B4-BE49-F238E27FC236}">
                <a16:creationId xmlns:a16="http://schemas.microsoft.com/office/drawing/2014/main" id="{37E39117-B03A-4BDF-8607-E72738922BE4}"/>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1F7120AB-AE4F-41B7-8D8E-AB1B5E50D3CB}"/>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87C09DBE-DE63-436F-9063-9CAF6A2B83EF}"/>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03C86C23-D1C8-49BE-A8D2-7CC4CDBC57CD}"/>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@kyzwrld1</a:t>
            </a:r>
          </a:p>
        </p:txBody>
      </p:sp>
      <p:sp>
        <p:nvSpPr>
          <p:cNvPr id="17" name="">
            <a:extLst xmlns:a="http://schemas.openxmlformats.org/drawingml/2006/main">
              <a:ext uri="{FF2B5EF4-FFF2-40B4-BE49-F238E27FC236}">
                <a16:creationId xmlns:a16="http://schemas.microsoft.com/office/drawing/2014/main" id="{16C83F67-3797-4AB6-9E99-490A75B60F66}"/>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29090FC8-ED2F-42F1-8D73-02D2C4177FA0}"/>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-26%</a:t>
            </a:r>
          </a:p>
        </p:txBody>
      </p:sp>
      <p:sp>
        <p:nvSpPr>
          <p:cNvPr id="19" name="">
            <a:extLst xmlns:a="http://schemas.openxmlformats.org/drawingml/2006/main">
              <a:ext uri="{FF2B5EF4-FFF2-40B4-BE49-F238E27FC236}">
                <a16:creationId xmlns:a16="http://schemas.microsoft.com/office/drawing/2014/main" id="{523DCF30-3D5C-474F-AE2C-85A15A0C3E26}"/>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148,172  |  Oct 1-8: 109,424</a:t>
            </a:r>
          </a:p>
        </p:txBody>
      </p:sp>
      <p:sp>
        <p:nvSpPr>
          <p:cNvPr id="20" name="">
            <a:extLst xmlns:a="http://schemas.openxmlformats.org/drawingml/2006/main">
              <a:ext uri="{FF2B5EF4-FFF2-40B4-BE49-F238E27FC236}">
                <a16:creationId xmlns:a16="http://schemas.microsoft.com/office/drawing/2014/main" id="{B9D41C75-E789-40B8-BA2A-1E6A36E6F13C}"/>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7941B81-1271-4544-85DA-A4DD511ABF85}"/>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58% of Sep 1-8 (9h/15h)</a:t>
            </a:r>
          </a:p>
          <a:p xmlns:a="http://schemas.openxmlformats.org/drawingml/2006/main">
            <a:pPr>
              <a:defRPr sz="1275" b="0">
                <a:solidFill>
                  <a:srgbClr val="F7F4EC"/>
                </a:solidFill>
              </a:defRPr>
            </a:pPr>
            <a:r>
              <a:rPr sz="1275" b="0">
                <a:solidFill>
                  <a:srgbClr val="F7F4EC"/>
                </a:solidFill>
              </a:rPr>
              <a:t>Matches 50% of Sep 1-8 (42/84)</a:t>
            </a:r>
          </a:p>
        </p:txBody>
      </p:sp>
      <p:sp>
        <p:nvSpPr>
          <p:cNvPr id="22" name="">
            <a:extLst xmlns:a="http://schemas.openxmlformats.org/drawingml/2006/main">
              <a:ext uri="{FF2B5EF4-FFF2-40B4-BE49-F238E27FC236}">
                <a16:creationId xmlns:a16="http://schemas.microsoft.com/office/drawing/2014/main" id="{BA6CD156-403E-406A-BDED-9133FE2C4A3F}"/>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2FDDB1F3-F69C-487C-B375-0156C6476307}"/>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80E26721-7E2C-42DD-B028-381C345E8324}"/>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A7A8BC11-27BC-4529-8A97-130F1D76331D}"/>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@goldengun62</a:t>
            </a:r>
          </a:p>
        </p:txBody>
      </p:sp>
      <p:sp>
        <p:nvSpPr>
          <p:cNvPr id="26" name="">
            <a:extLst xmlns:a="http://schemas.openxmlformats.org/drawingml/2006/main">
              <a:ext uri="{FF2B5EF4-FFF2-40B4-BE49-F238E27FC236}">
                <a16:creationId xmlns:a16="http://schemas.microsoft.com/office/drawing/2014/main" id="{304C376F-38FF-4AC8-BB4C-57127C474A01}"/>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B25F6E23-87B2-45B6-8579-8FA66EC4FFF7}"/>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-53%</a:t>
            </a:r>
          </a:p>
        </p:txBody>
      </p:sp>
      <p:sp>
        <p:nvSpPr>
          <p:cNvPr id="28" name="">
            <a:extLst xmlns:a="http://schemas.openxmlformats.org/drawingml/2006/main">
              <a:ext uri="{FF2B5EF4-FFF2-40B4-BE49-F238E27FC236}">
                <a16:creationId xmlns:a16="http://schemas.microsoft.com/office/drawing/2014/main" id="{51CCD2CE-3361-4304-B3D9-EC52CFFC3822}"/>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66,773  |  Oct 1-8: 31,379</a:t>
            </a:r>
          </a:p>
        </p:txBody>
      </p:sp>
      <p:sp>
        <p:nvSpPr>
          <p:cNvPr id="29" name="">
            <a:extLst xmlns:a="http://schemas.openxmlformats.org/drawingml/2006/main">
              <a:ext uri="{FF2B5EF4-FFF2-40B4-BE49-F238E27FC236}">
                <a16:creationId xmlns:a16="http://schemas.microsoft.com/office/drawing/2014/main" id="{E4A34485-342B-493E-AE3E-7A6BB0A9A680}"/>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E40CBFA4-2B09-45CE-B690-80DC734E4350}"/>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47% of Sep 1-8</a:t>
            </a:r>
          </a:p>
        </p:txBody>
      </p:sp>
      <p:sp>
        <p:nvSpPr>
          <p:cNvPr id="31" name="">
            <a:extLst xmlns:a="http://schemas.openxmlformats.org/drawingml/2006/main">
              <a:ext uri="{FF2B5EF4-FFF2-40B4-BE49-F238E27FC236}">
                <a16:creationId xmlns:a16="http://schemas.microsoft.com/office/drawing/2014/main" id="{55A1B63F-1DF7-44D1-870D-B12DEB160C5D}"/>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B097E83B-467A-4205-8783-01452A84DA1B}"/>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33" name="">
            <a:extLst xmlns:a="http://schemas.openxmlformats.org/drawingml/2006/main">
              <a:ext uri="{FF2B5EF4-FFF2-40B4-BE49-F238E27FC236}">
                <a16:creationId xmlns:a16="http://schemas.microsoft.com/office/drawing/2014/main" id="{3495B548-152E-482D-8CFE-D63AB0F35F1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11</a:t>
            </a:r>
          </a:p>
        </p:txBody>
      </p:sp>
    </p:spTree>
    <p:extLst>
      <p:ext uri="{BB962C8B-B14F-4D97-AF65-F5344CB8AC3E}">
        <p14:creationId xmlns:p14="http://schemas.microsoft.com/office/powerpoint/2010/main" val="675283504"/>
      </p:ext>
    </p:extLst>
  </p:cSld>
</p:sld>
</file>

<file path=ppt/slides/slide1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4561A4-2F6A-40CE-B2BF-6C69198B50A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0F5A897-B94F-4C1F-94C6-4F20ED64424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5C38F0E0-8177-4EEA-AA1D-89F87334C86A}"/>
              </a:ext>
            </a:extLst>
          </p:cNvPr>
          <p:cNvPicPr>
            <a:picLocks xmlns:a="http://schemas.openxmlformats.org/drawingml/2006/main" noChangeAspect="1"/>
          </p:cNvPicPr>
          <p:nvPr/>
        </p:nvPicPr>
        <p:blipFill>
          <a:blip xmlns:r="http://schemas.openxmlformats.org/officeDocument/2006/relationships" xmlns:a="http://schemas.openxmlformats.org/drawingml/2006/main" r:embed="R59e1222194254fda"/>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8DE1FB-B160-475C-953E-D0D307A4B7B8}"/>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81BF0F79-E486-4F0B-AD1D-204390DAEA3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7298404B-5AF9-45E8-BB6B-76D3BDB198DC}"/>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09582AB-0EAC-4BC1-8E0D-14568E27B979}"/>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@ronniefieldd</a:t>
            </a:r>
          </a:p>
        </p:txBody>
      </p:sp>
      <p:sp>
        <p:nvSpPr>
          <p:cNvPr id="8" name="">
            <a:extLst xmlns:a="http://schemas.openxmlformats.org/drawingml/2006/main">
              <a:ext uri="{FF2B5EF4-FFF2-40B4-BE49-F238E27FC236}">
                <a16:creationId xmlns:a16="http://schemas.microsoft.com/office/drawing/2014/main" id="{F6699FF4-9BA4-4740-A07C-E32305B5B68A}"/>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E8A2AC4A-EA47-4FA3-B855-A87C716ED5C2}"/>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-98%</a:t>
            </a:r>
          </a:p>
        </p:txBody>
      </p:sp>
      <p:sp>
        <p:nvSpPr>
          <p:cNvPr id="10" name="">
            <a:extLst xmlns:a="http://schemas.openxmlformats.org/drawingml/2006/main">
              <a:ext uri="{FF2B5EF4-FFF2-40B4-BE49-F238E27FC236}">
                <a16:creationId xmlns:a16="http://schemas.microsoft.com/office/drawing/2014/main" id="{A40E2638-0D5C-4071-88F6-35139F2CD268}"/>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29,638  |  Oct 1-8: 579</a:t>
            </a:r>
          </a:p>
        </p:txBody>
      </p:sp>
      <p:sp>
        <p:nvSpPr>
          <p:cNvPr id="11" name="">
            <a:extLst xmlns:a="http://schemas.openxmlformats.org/drawingml/2006/main">
              <a:ext uri="{FF2B5EF4-FFF2-40B4-BE49-F238E27FC236}">
                <a16:creationId xmlns:a16="http://schemas.microsoft.com/office/drawing/2014/main" id="{8921AA68-8D20-4F07-B212-524309F409FE}"/>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2524AE0-80F7-46CC-B1C8-624B4645A6DE}"/>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 of Sep 1-8 (579/29.6k)</a:t>
            </a:r>
          </a:p>
          <a:p xmlns:a="http://schemas.openxmlformats.org/drawingml/2006/main">
            <a:pPr>
              <a:defRPr sz="1275" b="0">
                <a:solidFill>
                  <a:srgbClr val="F7F4EC"/>
                </a:solidFill>
              </a:defRPr>
            </a:pPr>
            <a:r>
              <a:rPr sz="1275" b="0">
                <a:solidFill>
                  <a:srgbClr val="F7F4EC"/>
                </a:solidFill>
              </a:rPr>
              <a:t>Hours 18% of Sep 1-8 (3h/17h)</a:t>
            </a:r>
          </a:p>
        </p:txBody>
      </p:sp>
      <p:sp>
        <p:nvSpPr>
          <p:cNvPr id="13" name="">
            <a:extLst xmlns:a="http://schemas.openxmlformats.org/drawingml/2006/main">
              <a:ext uri="{FF2B5EF4-FFF2-40B4-BE49-F238E27FC236}">
                <a16:creationId xmlns:a16="http://schemas.microsoft.com/office/drawing/2014/main" id="{620CC828-FE31-46D9-A957-3432045E42E4}"/>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34F7EB11-EDF9-4341-AF65-BEE0142B9319}"/>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A38D4238-4E1F-45BD-9C97-CB7E44ACC5D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12</a:t>
            </a:r>
          </a:p>
        </p:txBody>
      </p:sp>
    </p:spTree>
    <p:extLst>
      <p:ext uri="{BB962C8B-B14F-4D97-AF65-F5344CB8AC3E}">
        <p14:creationId xmlns:p14="http://schemas.microsoft.com/office/powerpoint/2010/main" val="2048024724"/>
      </p:ext>
    </p:extLst>
  </p:cSld>
</p:sld>
</file>

<file path=ppt/slides/slide1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D09DE70-B8DE-4720-AD71-FA8ABE08A18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096EBDE-15A5-49A1-A9CE-43C4E3823D8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5BB085A-A3F1-4C36-9AE2-811B385ACB11}"/>
              </a:ext>
            </a:extLst>
          </p:cNvPr>
          <p:cNvPicPr>
            <a:picLocks xmlns:a="http://schemas.openxmlformats.org/drawingml/2006/main" noChangeAspect="1"/>
          </p:cNvPicPr>
          <p:nvPr/>
        </p:nvPicPr>
        <p:blipFill>
          <a:blip xmlns:r="http://schemas.openxmlformats.org/officeDocument/2006/relationships" xmlns:a="http://schemas.openxmlformats.org/drawingml/2006/main" r:embed="Rbd6a4bd5f2864407"/>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BC8B9C3-1EF5-43D4-9566-1E1C4D7CFA5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firstclassagency_kayden@outlook.com</a:t>
            </a:r>
          </a:p>
        </p:txBody>
      </p:sp>
      <p:sp>
        <p:nvSpPr>
          <p:cNvPr id="5" name="">
            <a:extLst xmlns:a="http://schemas.openxmlformats.org/drawingml/2006/main">
              <a:ext uri="{FF2B5EF4-FFF2-40B4-BE49-F238E27FC236}">
                <a16:creationId xmlns:a16="http://schemas.microsoft.com/office/drawing/2014/main" id="{E2FEB6D1-C1FF-4F15-88FC-69587A23BF3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FAB7B98-E4BE-4B1F-8508-BEC4D0455182}"/>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A103A25-F1AF-4EA8-A60E-5E4FDB2BF2EC}"/>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@lissy.grwm0</a:t>
            </a:r>
          </a:p>
        </p:txBody>
      </p:sp>
      <p:sp>
        <p:nvSpPr>
          <p:cNvPr id="8" name="">
            <a:extLst xmlns:a="http://schemas.openxmlformats.org/drawingml/2006/main">
              <a:ext uri="{FF2B5EF4-FFF2-40B4-BE49-F238E27FC236}">
                <a16:creationId xmlns:a16="http://schemas.microsoft.com/office/drawing/2014/main" id="{3F629AFC-DA51-4418-AD1D-58BBF9C32DB7}"/>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763082A7-C5AD-4C38-AC8A-96C94F933648}"/>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-95%</a:t>
            </a:r>
          </a:p>
        </p:txBody>
      </p:sp>
      <p:sp>
        <p:nvSpPr>
          <p:cNvPr id="10" name="">
            <a:extLst xmlns:a="http://schemas.openxmlformats.org/drawingml/2006/main">
              <a:ext uri="{FF2B5EF4-FFF2-40B4-BE49-F238E27FC236}">
                <a16:creationId xmlns:a16="http://schemas.microsoft.com/office/drawing/2014/main" id="{6FFB57DF-7C1D-4C95-8B5E-0C4C4D174B81}"/>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78,492  |  Oct 1-8: 3,942</a:t>
            </a:r>
          </a:p>
        </p:txBody>
      </p:sp>
      <p:sp>
        <p:nvSpPr>
          <p:cNvPr id="11" name="">
            <a:extLst xmlns:a="http://schemas.openxmlformats.org/drawingml/2006/main">
              <a:ext uri="{FF2B5EF4-FFF2-40B4-BE49-F238E27FC236}">
                <a16:creationId xmlns:a16="http://schemas.microsoft.com/office/drawing/2014/main" id="{5E67FADA-D417-4703-8FF6-4783DC11D6CB}"/>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79B1568D-77D3-4400-AD13-297BB6798B9D}"/>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0% of Sep 1-8 (0h/6h)</a:t>
            </a:r>
          </a:p>
          <a:p xmlns:a="http://schemas.openxmlformats.org/drawingml/2006/main">
            <a:pPr>
              <a:defRPr sz="1275" b="0">
                <a:solidFill>
                  <a:srgbClr val="F7F4EC"/>
                </a:solidFill>
              </a:defRPr>
            </a:pPr>
            <a:r>
              <a:rPr sz="1275" b="0">
                <a:solidFill>
                  <a:srgbClr val="F7F4EC"/>
                </a:solidFill>
              </a:rPr>
              <a:t>Matches 5% of Sep 1-8 (2/40)</a:t>
            </a:r>
          </a:p>
        </p:txBody>
      </p:sp>
      <p:sp>
        <p:nvSpPr>
          <p:cNvPr id="13" name="">
            <a:extLst xmlns:a="http://schemas.openxmlformats.org/drawingml/2006/main">
              <a:ext uri="{FF2B5EF4-FFF2-40B4-BE49-F238E27FC236}">
                <a16:creationId xmlns:a16="http://schemas.microsoft.com/office/drawing/2014/main" id="{370653C0-0119-4CD3-A176-289D8ECB40ED}"/>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E7F64B57-A55C-4A09-9E9C-D37F9556D789}"/>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D46D87BD-8FBB-4B73-AEFC-A28BE2DBA52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13</a:t>
            </a:r>
          </a:p>
        </p:txBody>
      </p:sp>
    </p:spTree>
    <p:extLst>
      <p:ext uri="{BB962C8B-B14F-4D97-AF65-F5344CB8AC3E}">
        <p14:creationId xmlns:p14="http://schemas.microsoft.com/office/powerpoint/2010/main" val="618069996"/>
      </p:ext>
    </p:extLst>
  </p:cSld>
</p:sld>
</file>

<file path=ppt/slides/slide1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FE8D3E3-1AFA-4E43-810F-F4F8B07433C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DD9D8591-D367-4FF6-AF41-8CE83282B3D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C98A2FC-342E-439A-9778-18F6BFF13392}"/>
              </a:ext>
            </a:extLst>
          </p:cNvPr>
          <p:cNvPicPr>
            <a:picLocks xmlns:a="http://schemas.openxmlformats.org/drawingml/2006/main" noChangeAspect="1"/>
          </p:cNvPicPr>
          <p:nvPr/>
        </p:nvPicPr>
        <p:blipFill>
          <a:blip xmlns:r="http://schemas.openxmlformats.org/officeDocument/2006/relationships" xmlns:a="http://schemas.openxmlformats.org/drawingml/2006/main" r:embed="Rf42bc62216144218"/>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7A8BE9-3296-453E-877B-6AB7B03A514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firstclassagency_kyran@outlook.com</a:t>
            </a:r>
          </a:p>
        </p:txBody>
      </p:sp>
      <p:sp>
        <p:nvSpPr>
          <p:cNvPr id="5" name="">
            <a:extLst xmlns:a="http://schemas.openxmlformats.org/drawingml/2006/main">
              <a:ext uri="{FF2B5EF4-FFF2-40B4-BE49-F238E27FC236}">
                <a16:creationId xmlns:a16="http://schemas.microsoft.com/office/drawing/2014/main" id="{71F1CC26-6D7E-4D11-851C-E6852C46660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EDDB0667-81F8-4962-9C95-A989F44F859F}"/>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B798621-A4DE-46B7-A252-F2D50CE7D42A}"/>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@x_cj_tokens_x</a:t>
            </a:r>
          </a:p>
        </p:txBody>
      </p:sp>
      <p:sp>
        <p:nvSpPr>
          <p:cNvPr id="8" name="">
            <a:extLst xmlns:a="http://schemas.openxmlformats.org/drawingml/2006/main">
              <a:ext uri="{FF2B5EF4-FFF2-40B4-BE49-F238E27FC236}">
                <a16:creationId xmlns:a16="http://schemas.microsoft.com/office/drawing/2014/main" id="{A108912D-06A4-4C51-8A8F-C6E5E3EE062A}"/>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C087F5CC-1A70-49FF-891E-E337A4E50510}"/>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0" name="">
            <a:extLst xmlns:a="http://schemas.openxmlformats.org/drawingml/2006/main">
              <a:ext uri="{FF2B5EF4-FFF2-40B4-BE49-F238E27FC236}">
                <a16:creationId xmlns:a16="http://schemas.microsoft.com/office/drawing/2014/main" id="{2E867310-C3D1-44A8-9CE2-43807C125055}"/>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151,776  |  Oct 1-8: 6,250</a:t>
            </a:r>
          </a:p>
        </p:txBody>
      </p:sp>
      <p:sp>
        <p:nvSpPr>
          <p:cNvPr id="11" name="">
            <a:extLst xmlns:a="http://schemas.openxmlformats.org/drawingml/2006/main">
              <a:ext uri="{FF2B5EF4-FFF2-40B4-BE49-F238E27FC236}">
                <a16:creationId xmlns:a16="http://schemas.microsoft.com/office/drawing/2014/main" id="{7EF45DEF-E57A-4597-B5D2-44DA404E82B6}"/>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32BA3C7-1496-4372-A7A6-DA0C9A6C4F9B}"/>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(6.2k/151.8k)</a:t>
            </a:r>
          </a:p>
          <a:p xmlns:a="http://schemas.openxmlformats.org/drawingml/2006/main">
            <a:pPr>
              <a:defRPr sz="1275" b="0">
                <a:solidFill>
                  <a:srgbClr val="F7F4EC"/>
                </a:solidFill>
              </a:defRPr>
            </a:pPr>
            <a:r>
              <a:rPr sz="1275" b="0">
                <a:solidFill>
                  <a:srgbClr val="F7F4EC"/>
                </a:solidFill>
              </a:rPr>
              <a:t>Matches 13% of Sep 1-8 (27/203)</a:t>
            </a:r>
          </a:p>
        </p:txBody>
      </p:sp>
      <p:sp>
        <p:nvSpPr>
          <p:cNvPr id="13" name="">
            <a:extLst xmlns:a="http://schemas.openxmlformats.org/drawingml/2006/main">
              <a:ext uri="{FF2B5EF4-FFF2-40B4-BE49-F238E27FC236}">
                <a16:creationId xmlns:a16="http://schemas.microsoft.com/office/drawing/2014/main" id="{AEB1B9D6-2C8E-4159-94BA-A0B281CF11F2}"/>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DB509F1B-8F02-4924-8130-6BB0E04CC5A0}"/>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24%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B2DAF2FE-70AE-48EF-B35F-8701F132A3B6}"/>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BE496B30-D346-477F-B39F-A9009C4E13A6}"/>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@brandyfalconer</a:t>
            </a:r>
          </a:p>
        </p:txBody>
      </p:sp>
      <p:sp>
        <p:nvSpPr>
          <p:cNvPr id="17" name="">
            <a:extLst xmlns:a="http://schemas.openxmlformats.org/drawingml/2006/main">
              <a:ext uri="{FF2B5EF4-FFF2-40B4-BE49-F238E27FC236}">
                <a16:creationId xmlns:a16="http://schemas.microsoft.com/office/drawing/2014/main" id="{B28844AD-8906-4BF1-AA0D-17FB819A1F59}"/>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3DA129D2-8DED-4D64-A7FB-593AF7944F00}"/>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-91%</a:t>
            </a:r>
          </a:p>
        </p:txBody>
      </p:sp>
      <p:sp>
        <p:nvSpPr>
          <p:cNvPr id="19" name="">
            <a:extLst xmlns:a="http://schemas.openxmlformats.org/drawingml/2006/main">
              <a:ext uri="{FF2B5EF4-FFF2-40B4-BE49-F238E27FC236}">
                <a16:creationId xmlns:a16="http://schemas.microsoft.com/office/drawing/2014/main" id="{741C1C25-2852-4CA9-B755-9E4ED712D153}"/>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60,600  |  Oct 1-8: 5,601</a:t>
            </a:r>
          </a:p>
        </p:txBody>
      </p:sp>
      <p:sp>
        <p:nvSpPr>
          <p:cNvPr id="20" name="">
            <a:extLst xmlns:a="http://schemas.openxmlformats.org/drawingml/2006/main">
              <a:ext uri="{FF2B5EF4-FFF2-40B4-BE49-F238E27FC236}">
                <a16:creationId xmlns:a16="http://schemas.microsoft.com/office/drawing/2014/main" id="{CB740647-2A9E-45DD-A75B-5DB460647027}"/>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457E1CA-4B59-459D-AAD5-7EE1E5B2C07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0% of Sep 1-8 (0/24)</a:t>
            </a:r>
          </a:p>
          <a:p xmlns:a="http://schemas.openxmlformats.org/drawingml/2006/main">
            <a:pPr>
              <a:defRPr sz="1275" b="0">
                <a:solidFill>
                  <a:srgbClr val="F7F4EC"/>
                </a:solidFill>
              </a:defRPr>
            </a:pPr>
            <a:r>
              <a:rPr sz="1275" b="0">
                <a:solidFill>
                  <a:srgbClr val="F7F4EC"/>
                </a:solidFill>
              </a:rPr>
              <a:t>Hours 15% of Sep 1-8 (2h/11h)</a:t>
            </a:r>
          </a:p>
        </p:txBody>
      </p:sp>
      <p:sp>
        <p:nvSpPr>
          <p:cNvPr id="22" name="">
            <a:extLst xmlns:a="http://schemas.openxmlformats.org/drawingml/2006/main">
              <a:ext uri="{FF2B5EF4-FFF2-40B4-BE49-F238E27FC236}">
                <a16:creationId xmlns:a16="http://schemas.microsoft.com/office/drawing/2014/main" id="{6131B576-792E-4857-970E-340F3FF57536}"/>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4C38932F-ED55-4628-AA91-96F50965FFB0}"/>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37FDDE39-EACB-4D66-8ACD-8026883B34B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14</a:t>
            </a:r>
          </a:p>
        </p:txBody>
      </p:sp>
    </p:spTree>
    <p:extLst>
      <p:ext uri="{BB962C8B-B14F-4D97-AF65-F5344CB8AC3E}">
        <p14:creationId xmlns:p14="http://schemas.microsoft.com/office/powerpoint/2010/main" val="1411198485"/>
      </p:ext>
    </p:extLst>
  </p:cSld>
</p:sld>
</file>

<file path=ppt/slides/slide1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262689-6558-4D04-936F-8F1C4C85513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7DD8FC9A-F73E-4900-AF98-7C111F0D5E4C}"/>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2E62F41-1085-4AE0-8852-5374C8C5A882}"/>
              </a:ext>
            </a:extLst>
          </p:cNvPr>
          <p:cNvPicPr>
            <a:picLocks xmlns:a="http://schemas.openxmlformats.org/drawingml/2006/main" noChangeAspect="1"/>
          </p:cNvPicPr>
          <p:nvPr/>
        </p:nvPicPr>
        <p:blipFill>
          <a:blip xmlns:r="http://schemas.openxmlformats.org/officeDocument/2006/relationships" xmlns:a="http://schemas.openxmlformats.org/drawingml/2006/main" r:embed="Rd59df3403a2c40f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BC90A6-28DE-4999-AF4B-30F48E9EB6E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firstclassagency_mavis@outlook.com</a:t>
            </a:r>
          </a:p>
        </p:txBody>
      </p:sp>
      <p:sp>
        <p:nvSpPr>
          <p:cNvPr id="5" name="">
            <a:extLst xmlns:a="http://schemas.openxmlformats.org/drawingml/2006/main">
              <a:ext uri="{FF2B5EF4-FFF2-40B4-BE49-F238E27FC236}">
                <a16:creationId xmlns:a16="http://schemas.microsoft.com/office/drawing/2014/main" id="{D22E333F-8EA8-4DE0-9DC4-452AEFD0270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604598AD-890E-4EE1-8E05-753F18F5D835}"/>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447B766-0B84-4AE7-A224-E6819E00A3D8}"/>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@rosiehughes81</a:t>
            </a:r>
          </a:p>
        </p:txBody>
      </p:sp>
      <p:sp>
        <p:nvSpPr>
          <p:cNvPr id="8" name="">
            <a:extLst xmlns:a="http://schemas.openxmlformats.org/drawingml/2006/main">
              <a:ext uri="{FF2B5EF4-FFF2-40B4-BE49-F238E27FC236}">
                <a16:creationId xmlns:a16="http://schemas.microsoft.com/office/drawing/2014/main" id="{EB01ABE8-3E10-458C-80CE-95107512644B}"/>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3CD47489-1F76-454E-AF29-CDC16AA0DCC7}"/>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-77%</a:t>
            </a:r>
          </a:p>
        </p:txBody>
      </p:sp>
      <p:sp>
        <p:nvSpPr>
          <p:cNvPr id="10" name="">
            <a:extLst xmlns:a="http://schemas.openxmlformats.org/drawingml/2006/main">
              <a:ext uri="{FF2B5EF4-FFF2-40B4-BE49-F238E27FC236}">
                <a16:creationId xmlns:a16="http://schemas.microsoft.com/office/drawing/2014/main" id="{FB836716-CC1C-46B6-BC2E-5D98C3A726DA}"/>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48,274  |  Oct 1-8: 11,236</a:t>
            </a:r>
          </a:p>
        </p:txBody>
      </p:sp>
      <p:sp>
        <p:nvSpPr>
          <p:cNvPr id="11" name="">
            <a:extLst xmlns:a="http://schemas.openxmlformats.org/drawingml/2006/main">
              <a:ext uri="{FF2B5EF4-FFF2-40B4-BE49-F238E27FC236}">
                <a16:creationId xmlns:a16="http://schemas.microsoft.com/office/drawing/2014/main" id="{ACC7D5CC-9ACF-4DEB-97C8-164BBB4A6EE8}"/>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C727188-33CF-43D0-B254-AC63181D3FCE}"/>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23% of Sep 1-8 (11.2k/48.3k)</a:t>
            </a:r>
          </a:p>
          <a:p xmlns:a="http://schemas.openxmlformats.org/drawingml/2006/main">
            <a:pPr>
              <a:defRPr sz="1275" b="0">
                <a:solidFill>
                  <a:srgbClr val="F7F4EC"/>
                </a:solidFill>
              </a:defRPr>
            </a:pPr>
            <a:r>
              <a:rPr sz="1275" b="0">
                <a:solidFill>
                  <a:srgbClr val="F7F4EC"/>
                </a:solidFill>
              </a:rPr>
              <a:t>Hours 57% of Sep 1-8 (7h/13h)</a:t>
            </a:r>
          </a:p>
        </p:txBody>
      </p:sp>
      <p:sp>
        <p:nvSpPr>
          <p:cNvPr id="13" name="">
            <a:extLst xmlns:a="http://schemas.openxmlformats.org/drawingml/2006/main">
              <a:ext uri="{FF2B5EF4-FFF2-40B4-BE49-F238E27FC236}">
                <a16:creationId xmlns:a16="http://schemas.microsoft.com/office/drawing/2014/main" id="{B22A000D-B1DF-4570-9A18-A03E3D3CBF6B}"/>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104519BB-DECF-43FD-A75A-F875F1AD641C}"/>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3B68CA0-F28E-48B3-8713-4468C766159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15</a:t>
            </a:r>
          </a:p>
        </p:txBody>
      </p:sp>
    </p:spTree>
    <p:extLst>
      <p:ext uri="{BB962C8B-B14F-4D97-AF65-F5344CB8AC3E}">
        <p14:creationId xmlns:p14="http://schemas.microsoft.com/office/powerpoint/2010/main" val="1621296160"/>
      </p:ext>
    </p:extLst>
  </p:cSld>
</p:sld>
</file>

<file path=ppt/slides/slide1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F5D10F-4424-407B-81B8-38A1A7C25C1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A90E7D25-9D34-4EDD-9C2A-EDCCFDD90C9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5F98339-0C55-4059-90C2-07FD8B3C86D2}"/>
              </a:ext>
            </a:extLst>
          </p:cNvPr>
          <p:cNvPicPr>
            <a:picLocks xmlns:a="http://schemas.openxmlformats.org/drawingml/2006/main" noChangeAspect="1"/>
          </p:cNvPicPr>
          <p:nvPr/>
        </p:nvPicPr>
        <p:blipFill>
          <a:blip xmlns:r="http://schemas.openxmlformats.org/officeDocument/2006/relationships" xmlns:a="http://schemas.openxmlformats.org/drawingml/2006/main" r:embed="Rca87a0d33a34493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BDCB36-4292-4B54-9681-5A966EFCF35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firstclassagency_millie@outlook.com</a:t>
            </a:r>
          </a:p>
        </p:txBody>
      </p:sp>
      <p:sp>
        <p:nvSpPr>
          <p:cNvPr id="5" name="">
            <a:extLst xmlns:a="http://schemas.openxmlformats.org/drawingml/2006/main">
              <a:ext uri="{FF2B5EF4-FFF2-40B4-BE49-F238E27FC236}">
                <a16:creationId xmlns:a16="http://schemas.microsoft.com/office/drawing/2014/main" id="{4F133B18-19E7-4B3F-B043-FCBAF2019097}"/>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6DE949D5-623D-46A4-B944-F4B65B6B4BE2}"/>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6EE12C2B-7B1F-4021-9385-BF1C2FA2489C}"/>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@bellescupids</a:t>
            </a:r>
          </a:p>
        </p:txBody>
      </p:sp>
      <p:sp>
        <p:nvSpPr>
          <p:cNvPr id="8" name="">
            <a:extLst xmlns:a="http://schemas.openxmlformats.org/drawingml/2006/main">
              <a:ext uri="{FF2B5EF4-FFF2-40B4-BE49-F238E27FC236}">
                <a16:creationId xmlns:a16="http://schemas.microsoft.com/office/drawing/2014/main" id="{B55DC4E6-CA8F-45D8-B812-E0AAE79FC851}"/>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8C4C27E8-D44A-4C09-9F02-17178CCF28BA}"/>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8339E066-0665-4289-ABD3-B792012B859F}"/>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65,188  |  Oct 1-8: 20,839</a:t>
            </a:r>
          </a:p>
        </p:txBody>
      </p:sp>
      <p:sp>
        <p:nvSpPr>
          <p:cNvPr id="11" name="">
            <a:extLst xmlns:a="http://schemas.openxmlformats.org/drawingml/2006/main">
              <a:ext uri="{FF2B5EF4-FFF2-40B4-BE49-F238E27FC236}">
                <a16:creationId xmlns:a16="http://schemas.microsoft.com/office/drawing/2014/main" id="{E9CCC8D7-ECB2-4A90-A6AE-33CE1C2620F4}"/>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7A2EF064-C0BA-42A3-9E18-17521DF23FA9}"/>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13% of Sep 1-8 (19/148)</a:t>
            </a:r>
          </a:p>
          <a:p xmlns:a="http://schemas.openxmlformats.org/drawingml/2006/main">
            <a:pPr>
              <a:defRPr sz="1275" b="0">
                <a:solidFill>
                  <a:srgbClr val="F7F4EC"/>
                </a:solidFill>
              </a:defRPr>
            </a:pPr>
            <a:r>
              <a:rPr sz="1275" b="0">
                <a:solidFill>
                  <a:srgbClr val="F7F4EC"/>
                </a:solidFill>
              </a:rPr>
              <a:t>Hours 32% of Sep 1-8 (9h/29h)</a:t>
            </a:r>
          </a:p>
        </p:txBody>
      </p:sp>
      <p:sp>
        <p:nvSpPr>
          <p:cNvPr id="13" name="">
            <a:extLst xmlns:a="http://schemas.openxmlformats.org/drawingml/2006/main">
              <a:ext uri="{FF2B5EF4-FFF2-40B4-BE49-F238E27FC236}">
                <a16:creationId xmlns:a16="http://schemas.microsoft.com/office/drawing/2014/main" id="{4B8FDA10-C7FF-4F4C-A0C0-5E7E7DF582E5}"/>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D9BA10BC-34A7-4D99-B61C-93280DD53234}"/>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313FBB74-8B68-4CF1-977B-45B632F4FA7A}"/>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16</a:t>
            </a:r>
          </a:p>
        </p:txBody>
      </p:sp>
    </p:spTree>
    <p:extLst>
      <p:ext uri="{BB962C8B-B14F-4D97-AF65-F5344CB8AC3E}">
        <p14:creationId xmlns:p14="http://schemas.microsoft.com/office/powerpoint/2010/main" val="994446420"/>
      </p:ext>
    </p:extLst>
  </p:cSld>
</p:sld>
</file>

<file path=ppt/slides/slide1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6F638C6-BF2A-446B-AFA1-1D24DF68B375}"/>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197B97D-C50D-4184-8D87-2676D839FC27}"/>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4E1B3AB3-8118-4094-AD05-E47EE38C49F8}"/>
              </a:ext>
            </a:extLst>
          </p:cNvPr>
          <p:cNvPicPr>
            <a:picLocks xmlns:a="http://schemas.openxmlformats.org/drawingml/2006/main" noChangeAspect="1"/>
          </p:cNvPicPr>
          <p:nvPr/>
        </p:nvPicPr>
        <p:blipFill>
          <a:blip xmlns:r="http://schemas.openxmlformats.org/officeDocument/2006/relationships" xmlns:a="http://schemas.openxmlformats.org/drawingml/2006/main" r:embed="R2260d9b10a9846c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BE1332-6296-4B6E-9CB5-F79B68B55054}"/>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firstclassagency_olivia@outlook.com</a:t>
            </a:r>
          </a:p>
        </p:txBody>
      </p:sp>
      <p:sp>
        <p:nvSpPr>
          <p:cNvPr id="5" name="">
            <a:extLst xmlns:a="http://schemas.openxmlformats.org/drawingml/2006/main">
              <a:ext uri="{FF2B5EF4-FFF2-40B4-BE49-F238E27FC236}">
                <a16:creationId xmlns:a16="http://schemas.microsoft.com/office/drawing/2014/main" id="{86DE7E70-1740-4D46-A1D3-A559E26B72D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27CC82E3-E932-47D4-BE97-A34478F9F67A}"/>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F10CD59-52CE-4EB3-9A63-8FE5C3DA735B}"/>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@albi.j10</a:t>
            </a:r>
          </a:p>
        </p:txBody>
      </p:sp>
      <p:sp>
        <p:nvSpPr>
          <p:cNvPr id="8" name="">
            <a:extLst xmlns:a="http://schemas.openxmlformats.org/drawingml/2006/main">
              <a:ext uri="{FF2B5EF4-FFF2-40B4-BE49-F238E27FC236}">
                <a16:creationId xmlns:a16="http://schemas.microsoft.com/office/drawing/2014/main" id="{6BF64A71-5AF7-487A-A154-777800ADD660}"/>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DEF822BD-1387-45F6-AED1-23FD36A2B241}"/>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-69%</a:t>
            </a:r>
          </a:p>
        </p:txBody>
      </p:sp>
      <p:sp>
        <p:nvSpPr>
          <p:cNvPr id="10" name="">
            <a:extLst xmlns:a="http://schemas.openxmlformats.org/drawingml/2006/main">
              <a:ext uri="{FF2B5EF4-FFF2-40B4-BE49-F238E27FC236}">
                <a16:creationId xmlns:a16="http://schemas.microsoft.com/office/drawing/2014/main" id="{080421CD-4ABE-4ED5-82DB-F9547109CFB1}"/>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91,744  |  Oct 1-8: 28,232</a:t>
            </a:r>
          </a:p>
        </p:txBody>
      </p:sp>
      <p:sp>
        <p:nvSpPr>
          <p:cNvPr id="11" name="">
            <a:extLst xmlns:a="http://schemas.openxmlformats.org/drawingml/2006/main">
              <a:ext uri="{FF2B5EF4-FFF2-40B4-BE49-F238E27FC236}">
                <a16:creationId xmlns:a16="http://schemas.microsoft.com/office/drawing/2014/main" id="{14EDE59B-5296-4A4B-AA73-F402FD3682FD}"/>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555DF4D-2849-4B41-BCC0-33BDF93C5EC7}"/>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4% of Sep 1-8 (4/99)</a:t>
            </a:r>
          </a:p>
          <a:p xmlns:a="http://schemas.openxmlformats.org/drawingml/2006/main">
            <a:pPr>
              <a:defRPr sz="1275" b="0">
                <a:solidFill>
                  <a:srgbClr val="F7F4EC"/>
                </a:solidFill>
              </a:defRPr>
            </a:pPr>
            <a:r>
              <a:rPr sz="1275" b="0">
                <a:solidFill>
                  <a:srgbClr val="F7F4EC"/>
                </a:solidFill>
              </a:rPr>
              <a:t>Hours 30% of Sep 1-8 (3h/11h)</a:t>
            </a:r>
          </a:p>
        </p:txBody>
      </p:sp>
      <p:sp>
        <p:nvSpPr>
          <p:cNvPr id="13" name="">
            <a:extLst xmlns:a="http://schemas.openxmlformats.org/drawingml/2006/main">
              <a:ext uri="{FF2B5EF4-FFF2-40B4-BE49-F238E27FC236}">
                <a16:creationId xmlns:a16="http://schemas.microsoft.com/office/drawing/2014/main" id="{F473FCC6-DE5C-40B6-9E98-6A68D2BE24CC}"/>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3DE2CA7-398C-40E7-A911-C71FB7ECA991}"/>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35142E40-B3C4-414D-8F68-5CA18C36E5FA}"/>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2D98F6ED-D619-468B-B991-4964CC0ACA74}"/>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@leighanne.thomson</a:t>
            </a:r>
          </a:p>
        </p:txBody>
      </p:sp>
      <p:sp>
        <p:nvSpPr>
          <p:cNvPr id="17" name="">
            <a:extLst xmlns:a="http://schemas.openxmlformats.org/drawingml/2006/main">
              <a:ext uri="{FF2B5EF4-FFF2-40B4-BE49-F238E27FC236}">
                <a16:creationId xmlns:a16="http://schemas.microsoft.com/office/drawing/2014/main" id="{CBE02205-15B7-45B3-B400-7CA1CA4075FE}"/>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825F59DB-A35E-4B79-B117-5A938FA9AAEE}"/>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-59%</a:t>
            </a:r>
          </a:p>
        </p:txBody>
      </p:sp>
      <p:sp>
        <p:nvSpPr>
          <p:cNvPr id="19" name="">
            <a:extLst xmlns:a="http://schemas.openxmlformats.org/drawingml/2006/main">
              <a:ext uri="{FF2B5EF4-FFF2-40B4-BE49-F238E27FC236}">
                <a16:creationId xmlns:a16="http://schemas.microsoft.com/office/drawing/2014/main" id="{E2B7A4BB-5451-4FD0-8EC9-0F224EFF100D}"/>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83,965  |  Oct 1-8: 34,526</a:t>
            </a:r>
          </a:p>
        </p:txBody>
      </p:sp>
      <p:sp>
        <p:nvSpPr>
          <p:cNvPr id="20" name="">
            <a:extLst xmlns:a="http://schemas.openxmlformats.org/drawingml/2006/main">
              <a:ext uri="{FF2B5EF4-FFF2-40B4-BE49-F238E27FC236}">
                <a16:creationId xmlns:a16="http://schemas.microsoft.com/office/drawing/2014/main" id="{BFC5C0F1-E448-404A-BC02-C70B559CC085}"/>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936B4110-B07A-4B15-B704-719FBDA6AA81}"/>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41% of Sep 1-8 (34.5k/84.0k)</a:t>
            </a:r>
          </a:p>
          <a:p xmlns:a="http://schemas.openxmlformats.org/drawingml/2006/main">
            <a:pPr>
              <a:defRPr sz="1275" b="0">
                <a:solidFill>
                  <a:srgbClr val="F7F4EC"/>
                </a:solidFill>
              </a:defRPr>
            </a:pPr>
            <a:r>
              <a:rPr sz="1275" b="0">
                <a:solidFill>
                  <a:srgbClr val="F7F4EC"/>
                </a:solidFill>
              </a:rPr>
              <a:t>Hours 75% of Sep 1-8 (20h/27h)</a:t>
            </a:r>
          </a:p>
        </p:txBody>
      </p:sp>
      <p:sp>
        <p:nvSpPr>
          <p:cNvPr id="22" name="">
            <a:extLst xmlns:a="http://schemas.openxmlformats.org/drawingml/2006/main">
              <a:ext uri="{FF2B5EF4-FFF2-40B4-BE49-F238E27FC236}">
                <a16:creationId xmlns:a16="http://schemas.microsoft.com/office/drawing/2014/main" id="{07D007CB-59A0-4270-92A6-861E2E97E001}"/>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34D9CCC0-7A18-4417-A7A2-8374E677EFC8}"/>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75%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1B1329A3-2ABC-4760-8A9E-414C97BA273F}"/>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D47DCE96-475D-41C9-B4D2-4AC3725389D4}"/>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@kleelou_ygam_kiki</a:t>
            </a:r>
          </a:p>
        </p:txBody>
      </p:sp>
      <p:sp>
        <p:nvSpPr>
          <p:cNvPr id="26" name="">
            <a:extLst xmlns:a="http://schemas.openxmlformats.org/drawingml/2006/main">
              <a:ext uri="{FF2B5EF4-FFF2-40B4-BE49-F238E27FC236}">
                <a16:creationId xmlns:a16="http://schemas.microsoft.com/office/drawing/2014/main" id="{4ED6AE28-D384-40F3-A20B-68ACB6ED4B18}"/>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5B8FF332-3011-495B-B145-8C41DB7F8CA3}"/>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-30%</a:t>
            </a:r>
          </a:p>
        </p:txBody>
      </p:sp>
      <p:sp>
        <p:nvSpPr>
          <p:cNvPr id="28" name="">
            <a:extLst xmlns:a="http://schemas.openxmlformats.org/drawingml/2006/main">
              <a:ext uri="{FF2B5EF4-FFF2-40B4-BE49-F238E27FC236}">
                <a16:creationId xmlns:a16="http://schemas.microsoft.com/office/drawing/2014/main" id="{6B5D75AD-5E38-4521-83E6-A5FF84A83DD2}"/>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107,637  |  Oct 1-8: 75,396</a:t>
            </a:r>
          </a:p>
        </p:txBody>
      </p:sp>
      <p:sp>
        <p:nvSpPr>
          <p:cNvPr id="29" name="">
            <a:extLst xmlns:a="http://schemas.openxmlformats.org/drawingml/2006/main">
              <a:ext uri="{FF2B5EF4-FFF2-40B4-BE49-F238E27FC236}">
                <a16:creationId xmlns:a16="http://schemas.microsoft.com/office/drawing/2014/main" id="{E7305956-21AB-4AC7-8D93-DAC743B0F795}"/>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8FA2469B-6C6A-4FDE-9FCD-FD80C90A1778}"/>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70% of Sep 1-8</a:t>
            </a:r>
          </a:p>
        </p:txBody>
      </p:sp>
      <p:sp>
        <p:nvSpPr>
          <p:cNvPr id="31" name="">
            <a:extLst xmlns:a="http://schemas.openxmlformats.org/drawingml/2006/main">
              <a:ext uri="{FF2B5EF4-FFF2-40B4-BE49-F238E27FC236}">
                <a16:creationId xmlns:a16="http://schemas.microsoft.com/office/drawing/2014/main" id="{DCA30233-4630-4D1C-98D7-AE59C83EAECE}"/>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1D2ACA57-DC53-4F7E-A976-8AE0B508DF37}"/>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33" name="">
            <a:extLst xmlns:a="http://schemas.openxmlformats.org/drawingml/2006/main">
              <a:ext uri="{FF2B5EF4-FFF2-40B4-BE49-F238E27FC236}">
                <a16:creationId xmlns:a16="http://schemas.microsoft.com/office/drawing/2014/main" id="{E10E2492-87DC-485E-956D-9A7F97932D2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17</a:t>
            </a:r>
          </a:p>
        </p:txBody>
      </p:sp>
    </p:spTree>
    <p:extLst>
      <p:ext uri="{BB962C8B-B14F-4D97-AF65-F5344CB8AC3E}">
        <p14:creationId xmlns:p14="http://schemas.microsoft.com/office/powerpoint/2010/main" val="1004748132"/>
      </p:ext>
    </p:extLst>
  </p:cSld>
</p:sld>
</file>

<file path=ppt/slides/slide1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0449730-6191-47F4-8E78-0300E86DF7D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6CB6275D-6AF9-4CB4-8905-555CD8AAC96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606B55C-C1F0-40B4-BB5C-B39A2888BB34}"/>
              </a:ext>
            </a:extLst>
          </p:cNvPr>
          <p:cNvPicPr>
            <a:picLocks xmlns:a="http://schemas.openxmlformats.org/drawingml/2006/main" noChangeAspect="1"/>
          </p:cNvPicPr>
          <p:nvPr/>
        </p:nvPicPr>
        <p:blipFill>
          <a:blip xmlns:r="http://schemas.openxmlformats.org/officeDocument/2006/relationships" xmlns:a="http://schemas.openxmlformats.org/drawingml/2006/main" r:embed="R61a78cd832034d0b"/>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4261507-7E51-4466-99AC-0A852B18282B}"/>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georgialilly.glow@gmail.com</a:t>
            </a:r>
          </a:p>
        </p:txBody>
      </p:sp>
      <p:sp>
        <p:nvSpPr>
          <p:cNvPr id="5" name="">
            <a:extLst xmlns:a="http://schemas.openxmlformats.org/drawingml/2006/main">
              <a:ext uri="{FF2B5EF4-FFF2-40B4-BE49-F238E27FC236}">
                <a16:creationId xmlns:a16="http://schemas.microsoft.com/office/drawing/2014/main" id="{A7775654-3111-4152-A537-D1FD3761D937}"/>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A206378-9EDF-4922-AD26-CBB2BC2E4F86}"/>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C2ACDBCC-D573-4626-906B-6F36E93BFD0F}"/>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@failuretothrive2008</a:t>
            </a:r>
          </a:p>
        </p:txBody>
      </p:sp>
      <p:sp>
        <p:nvSpPr>
          <p:cNvPr id="8" name="">
            <a:extLst xmlns:a="http://schemas.openxmlformats.org/drawingml/2006/main">
              <a:ext uri="{FF2B5EF4-FFF2-40B4-BE49-F238E27FC236}">
                <a16:creationId xmlns:a16="http://schemas.microsoft.com/office/drawing/2014/main" id="{55DC1000-23E1-4469-A1CD-0A327226FF83}"/>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0AADCF6B-92CA-47A3-906C-0694012BABBA}"/>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-24%</a:t>
            </a:r>
          </a:p>
        </p:txBody>
      </p:sp>
      <p:sp>
        <p:nvSpPr>
          <p:cNvPr id="10" name="">
            <a:extLst xmlns:a="http://schemas.openxmlformats.org/drawingml/2006/main">
              <a:ext uri="{FF2B5EF4-FFF2-40B4-BE49-F238E27FC236}">
                <a16:creationId xmlns:a16="http://schemas.microsoft.com/office/drawing/2014/main" id="{F8A94BAF-FC42-4ED0-B922-84A9317E0EF7}"/>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357,181  |  Oct 1-8: 271,197</a:t>
            </a:r>
          </a:p>
        </p:txBody>
      </p:sp>
      <p:sp>
        <p:nvSpPr>
          <p:cNvPr id="11" name="">
            <a:extLst xmlns:a="http://schemas.openxmlformats.org/drawingml/2006/main">
              <a:ext uri="{FF2B5EF4-FFF2-40B4-BE49-F238E27FC236}">
                <a16:creationId xmlns:a16="http://schemas.microsoft.com/office/drawing/2014/main" id="{73A9D2B8-A646-459D-AC07-28B6006FFBA3}"/>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5964B6A4-35B7-4EBE-8B23-5AC6256609C1}"/>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65% of Sep 1-8 (13/20)</a:t>
            </a:r>
          </a:p>
          <a:p xmlns:a="http://schemas.openxmlformats.org/drawingml/2006/main">
            <a:pPr>
              <a:defRPr sz="1275" b="0">
                <a:solidFill>
                  <a:srgbClr val="F7F4EC"/>
                </a:solidFill>
              </a:defRPr>
            </a:pPr>
            <a:r>
              <a:rPr sz="1275" b="0">
                <a:solidFill>
                  <a:srgbClr val="F7F4EC"/>
                </a:solidFill>
              </a:rPr>
              <a:t>Matches 78% of Sep 1-8 (331/423)</a:t>
            </a:r>
          </a:p>
        </p:txBody>
      </p:sp>
      <p:sp>
        <p:nvSpPr>
          <p:cNvPr id="13" name="">
            <a:extLst xmlns:a="http://schemas.openxmlformats.org/drawingml/2006/main">
              <a:ext uri="{FF2B5EF4-FFF2-40B4-BE49-F238E27FC236}">
                <a16:creationId xmlns:a16="http://schemas.microsoft.com/office/drawing/2014/main" id="{6CC01792-6929-4E83-8EC1-1F49EA79065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CCB66CF-17DC-40C5-BBCC-B0CEB764A7E8}"/>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3406DE85-D91B-40CA-AD0D-62A2B274E128}"/>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08FA9606-54A2-46C5-92AC-743F1E3B8B39}"/>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@dens2511</a:t>
            </a:r>
          </a:p>
        </p:txBody>
      </p:sp>
      <p:sp>
        <p:nvSpPr>
          <p:cNvPr id="17" name="">
            <a:extLst xmlns:a="http://schemas.openxmlformats.org/drawingml/2006/main">
              <a:ext uri="{FF2B5EF4-FFF2-40B4-BE49-F238E27FC236}">
                <a16:creationId xmlns:a16="http://schemas.microsoft.com/office/drawing/2014/main" id="{AF5EFB7F-9BA2-48AA-9061-27626950D062}"/>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673F398B-3FBB-408E-B2F3-A376D32261C4}"/>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-74%</a:t>
            </a:r>
          </a:p>
        </p:txBody>
      </p:sp>
      <p:sp>
        <p:nvSpPr>
          <p:cNvPr id="19" name="">
            <a:extLst xmlns:a="http://schemas.openxmlformats.org/drawingml/2006/main">
              <a:ext uri="{FF2B5EF4-FFF2-40B4-BE49-F238E27FC236}">
                <a16:creationId xmlns:a16="http://schemas.microsoft.com/office/drawing/2014/main" id="{E3780224-0599-45FD-9F1E-26BEE8BC3BAF}"/>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103,216  |  Oct 1-8: 26,583</a:t>
            </a:r>
          </a:p>
        </p:txBody>
      </p:sp>
      <p:sp>
        <p:nvSpPr>
          <p:cNvPr id="20" name="">
            <a:extLst xmlns:a="http://schemas.openxmlformats.org/drawingml/2006/main">
              <a:ext uri="{FF2B5EF4-FFF2-40B4-BE49-F238E27FC236}">
                <a16:creationId xmlns:a16="http://schemas.microsoft.com/office/drawing/2014/main" id="{54318F6D-279F-499D-8389-FDF9584BA53A}"/>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F82BFD9-0130-4B09-86F7-D804D4D89C9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35% of Sep 1-8 (6/17)</a:t>
            </a:r>
          </a:p>
          <a:p xmlns:a="http://schemas.openxmlformats.org/drawingml/2006/main">
            <a:pPr>
              <a:defRPr sz="1275" b="0">
                <a:solidFill>
                  <a:srgbClr val="F7F4EC"/>
                </a:solidFill>
              </a:defRPr>
            </a:pPr>
            <a:r>
              <a:rPr sz="1275" b="0">
                <a:solidFill>
                  <a:srgbClr val="F7F4EC"/>
                </a:solidFill>
              </a:rPr>
              <a:t>Diamonds 26% of Sep 1-8 (26.6k/103.2k)</a:t>
            </a:r>
          </a:p>
        </p:txBody>
      </p:sp>
      <p:sp>
        <p:nvSpPr>
          <p:cNvPr id="22" name="">
            <a:extLst xmlns:a="http://schemas.openxmlformats.org/drawingml/2006/main">
              <a:ext uri="{FF2B5EF4-FFF2-40B4-BE49-F238E27FC236}">
                <a16:creationId xmlns:a16="http://schemas.microsoft.com/office/drawing/2014/main" id="{7CE27A37-ABE1-4864-84FE-80CF95BF31C9}"/>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459B9A4F-69B1-456A-B0DF-204686A5D3F7}"/>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115B0844-44C6-4FFF-9EB1-510CCD695D80}"/>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18</a:t>
            </a:r>
          </a:p>
        </p:txBody>
      </p:sp>
    </p:spTree>
    <p:extLst>
      <p:ext uri="{BB962C8B-B14F-4D97-AF65-F5344CB8AC3E}">
        <p14:creationId xmlns:p14="http://schemas.microsoft.com/office/powerpoint/2010/main" val="1275796376"/>
      </p:ext>
    </p:extLst>
  </p:cSld>
</p:sld>
</file>

<file path=ppt/slides/slide1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4A38A03-3B36-4716-AA24-77CE551937A1}"/>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6AED9F07-34E9-4ED1-A065-CCEE7D4F3F23}"/>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4C27DB3E-4F95-4A34-A692-7B790D759755}"/>
              </a:ext>
            </a:extLst>
          </p:cNvPr>
          <p:cNvPicPr>
            <a:picLocks xmlns:a="http://schemas.openxmlformats.org/drawingml/2006/main" noChangeAspect="1"/>
          </p:cNvPicPr>
          <p:nvPr/>
        </p:nvPicPr>
        <p:blipFill>
          <a:blip xmlns:r="http://schemas.openxmlformats.org/officeDocument/2006/relationships" xmlns:a="http://schemas.openxmlformats.org/drawingml/2006/main" r:embed="Rb61fbbe5ca0a485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F5A8805-3BDA-403D-8834-40FF3DC1DF4F}"/>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hollyshepherd-97@outlook.com</a:t>
            </a:r>
          </a:p>
        </p:txBody>
      </p:sp>
      <p:sp>
        <p:nvSpPr>
          <p:cNvPr id="5" name="">
            <a:extLst xmlns:a="http://schemas.openxmlformats.org/drawingml/2006/main">
              <a:ext uri="{FF2B5EF4-FFF2-40B4-BE49-F238E27FC236}">
                <a16:creationId xmlns:a16="http://schemas.microsoft.com/office/drawing/2014/main" id="{55B318EC-646C-4947-A569-BFF38BE99758}"/>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3091855-C6E5-40E4-A5C8-F58DD18A4B1E}"/>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50FF59AD-3431-4BE1-A454-CC343A884233}"/>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@xlaurenj11x</a:t>
            </a:r>
          </a:p>
        </p:txBody>
      </p:sp>
      <p:sp>
        <p:nvSpPr>
          <p:cNvPr id="8" name="">
            <a:extLst xmlns:a="http://schemas.openxmlformats.org/drawingml/2006/main">
              <a:ext uri="{FF2B5EF4-FFF2-40B4-BE49-F238E27FC236}">
                <a16:creationId xmlns:a16="http://schemas.microsoft.com/office/drawing/2014/main" id="{FC9E0527-121E-4CF4-A2FE-B26F87D170B2}"/>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77B74A6B-E454-49C8-B472-247C9FF6D7FB}"/>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-43%</a:t>
            </a:r>
          </a:p>
        </p:txBody>
      </p:sp>
      <p:sp>
        <p:nvSpPr>
          <p:cNvPr id="10" name="">
            <a:extLst xmlns:a="http://schemas.openxmlformats.org/drawingml/2006/main">
              <a:ext uri="{FF2B5EF4-FFF2-40B4-BE49-F238E27FC236}">
                <a16:creationId xmlns:a16="http://schemas.microsoft.com/office/drawing/2014/main" id="{58898814-714F-4C67-9445-4E84E0982F6A}"/>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77,304  |  Oct 1-8: 44,088</a:t>
            </a:r>
          </a:p>
        </p:txBody>
      </p:sp>
      <p:sp>
        <p:nvSpPr>
          <p:cNvPr id="11" name="">
            <a:extLst xmlns:a="http://schemas.openxmlformats.org/drawingml/2006/main">
              <a:ext uri="{FF2B5EF4-FFF2-40B4-BE49-F238E27FC236}">
                <a16:creationId xmlns:a16="http://schemas.microsoft.com/office/drawing/2014/main" id="{C1CC96E3-B7B8-4CBD-AA6F-3CBBCA6399B3}"/>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39ACEC0-5959-483C-9C44-02FF2D4A58F5}"/>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59% of Sep 1-8 (112/190)</a:t>
            </a:r>
          </a:p>
          <a:p xmlns:a="http://schemas.openxmlformats.org/drawingml/2006/main">
            <a:pPr>
              <a:defRPr sz="1275" b="0">
                <a:solidFill>
                  <a:srgbClr val="F7F4EC"/>
                </a:solidFill>
              </a:defRPr>
            </a:pPr>
            <a:r>
              <a:rPr sz="1275" b="0">
                <a:solidFill>
                  <a:srgbClr val="F7F4EC"/>
                </a:solidFill>
              </a:rPr>
              <a:t>Hours 70% of Sep 1-8 (23h/33h)</a:t>
            </a:r>
          </a:p>
        </p:txBody>
      </p:sp>
      <p:sp>
        <p:nvSpPr>
          <p:cNvPr id="13" name="">
            <a:extLst xmlns:a="http://schemas.openxmlformats.org/drawingml/2006/main">
              <a:ext uri="{FF2B5EF4-FFF2-40B4-BE49-F238E27FC236}">
                <a16:creationId xmlns:a16="http://schemas.microsoft.com/office/drawing/2014/main" id="{EA131D59-BEFA-4C7E-8BC5-4798E9415780}"/>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53B6765-C7FB-4F01-A3BC-C8E465B0B54D}"/>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C1797FAD-F56D-4BE1-B27A-A0C0A2AC023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19</a:t>
            </a:r>
          </a:p>
        </p:txBody>
      </p:sp>
    </p:spTree>
    <p:extLst>
      <p:ext uri="{BB962C8B-B14F-4D97-AF65-F5344CB8AC3E}">
        <p14:creationId xmlns:p14="http://schemas.microsoft.com/office/powerpoint/2010/main" val="1594822225"/>
      </p:ext>
    </p:extLst>
  </p:cSld>
</p:sld>
</file>

<file path=ppt/slides/slide2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E3371F-5759-47A0-9E16-0797CE907081}"/>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B374333C-AD0F-4DFB-B6C4-AB0BDC47AB86}"/>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BC5E146-0D70-4BFA-AA65-EDB824C87D29}"/>
              </a:ext>
            </a:extLst>
          </p:cNvPr>
          <p:cNvPicPr>
            <a:picLocks xmlns:a="http://schemas.openxmlformats.org/drawingml/2006/main" noChangeAspect="1"/>
          </p:cNvPicPr>
          <p:nvPr/>
        </p:nvPicPr>
        <p:blipFill>
          <a:blip xmlns:r="http://schemas.openxmlformats.org/officeDocument/2006/relationships" xmlns:a="http://schemas.openxmlformats.org/drawingml/2006/main" r:embed="Rb780624dcfba4d5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FD96B0-0494-428E-B30F-8C2816B79B1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juggsyrespawn@gmail.com</a:t>
            </a:r>
          </a:p>
        </p:txBody>
      </p:sp>
      <p:sp>
        <p:nvSpPr>
          <p:cNvPr id="5" name="">
            <a:extLst xmlns:a="http://schemas.openxmlformats.org/drawingml/2006/main">
              <a:ext uri="{FF2B5EF4-FFF2-40B4-BE49-F238E27FC236}">
                <a16:creationId xmlns:a16="http://schemas.microsoft.com/office/drawing/2014/main" id="{965F902C-720D-4B8F-997C-F9901A94A5A8}"/>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306029F3-C01C-481F-A596-DE6EDBEE72B4}"/>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7FE3CFD-2D1E-4C81-95D0-DE2A15636B74}"/>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@hellodynamo</a:t>
            </a:r>
          </a:p>
        </p:txBody>
      </p:sp>
      <p:sp>
        <p:nvSpPr>
          <p:cNvPr id="8" name="">
            <a:extLst xmlns:a="http://schemas.openxmlformats.org/drawingml/2006/main">
              <a:ext uri="{FF2B5EF4-FFF2-40B4-BE49-F238E27FC236}">
                <a16:creationId xmlns:a16="http://schemas.microsoft.com/office/drawing/2014/main" id="{F279C5D2-79E0-42FC-B3CA-95415868C299}"/>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365EBDC9-D20E-42E7-9F50-107D08716C3F}"/>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-88%</a:t>
            </a:r>
          </a:p>
        </p:txBody>
      </p:sp>
      <p:sp>
        <p:nvSpPr>
          <p:cNvPr id="10" name="">
            <a:extLst xmlns:a="http://schemas.openxmlformats.org/drawingml/2006/main">
              <a:ext uri="{FF2B5EF4-FFF2-40B4-BE49-F238E27FC236}">
                <a16:creationId xmlns:a16="http://schemas.microsoft.com/office/drawing/2014/main" id="{BD0E54F3-2C6A-4D66-97B3-BA0C8988EF2B}"/>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66,378  |  Oct 1-8: 8,057</a:t>
            </a:r>
          </a:p>
        </p:txBody>
      </p:sp>
      <p:sp>
        <p:nvSpPr>
          <p:cNvPr id="11" name="">
            <a:extLst xmlns:a="http://schemas.openxmlformats.org/drawingml/2006/main">
              <a:ext uri="{FF2B5EF4-FFF2-40B4-BE49-F238E27FC236}">
                <a16:creationId xmlns:a16="http://schemas.microsoft.com/office/drawing/2014/main" id="{7E52117B-0929-4E7E-BA1D-962F986863F1}"/>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4E261B01-C808-4FC2-9168-5D62E87435C3}"/>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12% of Sep 1-8 (8.1k/66.4k)</a:t>
            </a:r>
          </a:p>
          <a:p xmlns:a="http://schemas.openxmlformats.org/drawingml/2006/main">
            <a:pPr>
              <a:defRPr sz="1275" b="0">
                <a:solidFill>
                  <a:srgbClr val="F7F4EC"/>
                </a:solidFill>
              </a:defRPr>
            </a:pPr>
            <a:r>
              <a:rPr sz="1275" b="0">
                <a:solidFill>
                  <a:srgbClr val="F7F4EC"/>
                </a:solidFill>
              </a:rPr>
              <a:t>Hours 36% of Sep 1-8 (10h/27h)</a:t>
            </a:r>
          </a:p>
        </p:txBody>
      </p:sp>
      <p:sp>
        <p:nvSpPr>
          <p:cNvPr id="13" name="">
            <a:extLst xmlns:a="http://schemas.openxmlformats.org/drawingml/2006/main">
              <a:ext uri="{FF2B5EF4-FFF2-40B4-BE49-F238E27FC236}">
                <a16:creationId xmlns:a16="http://schemas.microsoft.com/office/drawing/2014/main" id="{CA0A74FE-9A8B-42ED-8978-91F780638910}"/>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3C2E34D-647C-4926-8EDD-60E1EB210322}"/>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36%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1B987512-04B9-4837-AADC-F05C3F096B7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20</a:t>
            </a:r>
          </a:p>
        </p:txBody>
      </p:sp>
    </p:spTree>
    <p:extLst>
      <p:ext uri="{BB962C8B-B14F-4D97-AF65-F5344CB8AC3E}">
        <p14:creationId xmlns:p14="http://schemas.microsoft.com/office/powerpoint/2010/main" val="744182654"/>
      </p:ext>
    </p:extLst>
  </p:cSld>
</p:sld>
</file>

<file path=ppt/slides/slide2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885A40-1A2C-4D76-9A4B-89B82BB832A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6EF82A4-2183-4000-A2A3-2D239FD831F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E896592D-30E0-47D3-AC2D-657F66099386}"/>
              </a:ext>
            </a:extLst>
          </p:cNvPr>
          <p:cNvPicPr>
            <a:picLocks xmlns:a="http://schemas.openxmlformats.org/drawingml/2006/main" noChangeAspect="1"/>
          </p:cNvPicPr>
          <p:nvPr/>
        </p:nvPicPr>
        <p:blipFill>
          <a:blip xmlns:r="http://schemas.openxmlformats.org/officeDocument/2006/relationships" xmlns:a="http://schemas.openxmlformats.org/drawingml/2006/main" r:embed="Rf6fcbdfbe3bf47e8"/>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A4792E-B146-4C77-B5DB-E94C6C28C907}"/>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kaybon03@icloud.com</a:t>
            </a:r>
          </a:p>
        </p:txBody>
      </p:sp>
      <p:sp>
        <p:nvSpPr>
          <p:cNvPr id="5" name="">
            <a:extLst xmlns:a="http://schemas.openxmlformats.org/drawingml/2006/main">
              <a:ext uri="{FF2B5EF4-FFF2-40B4-BE49-F238E27FC236}">
                <a16:creationId xmlns:a16="http://schemas.microsoft.com/office/drawing/2014/main" id="{16F24E97-A7A5-4018-9887-EA84C6774A9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5F4F17B8-04D3-4273-AF12-8F16E861D42E}"/>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B84852C-6CD6-489C-ABDF-7299D625D3B4}"/>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@kayjb_3</a:t>
            </a:r>
          </a:p>
        </p:txBody>
      </p:sp>
      <p:sp>
        <p:nvSpPr>
          <p:cNvPr id="8" name="">
            <a:extLst xmlns:a="http://schemas.openxmlformats.org/drawingml/2006/main">
              <a:ext uri="{FF2B5EF4-FFF2-40B4-BE49-F238E27FC236}">
                <a16:creationId xmlns:a16="http://schemas.microsoft.com/office/drawing/2014/main" id="{AA171421-164A-41A0-8AD2-C4F2BA20CA52}"/>
              </a:ext>
            </a:extLst>
          </p:cNvPr>
          <p:cNvSpPr>
            <a:spLocks xmlns:a="http://schemas.openxmlformats.org/drawingml/2006/main" noGrp="1"/>
          </p:cNvSpPr>
          <p:nvPr/>
        </p:nvSpPr>
        <p:spPr>
          <a:xfrm xmlns:a="http://schemas.openxmlformats.org/drawingml/2006/main">
            <a:off x="647700" y="3038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54B96EBE-6667-4927-B1FF-88BA076F1742}"/>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-15%</a:t>
            </a:r>
          </a:p>
        </p:txBody>
      </p:sp>
      <p:sp>
        <p:nvSpPr>
          <p:cNvPr id="10" name="">
            <a:extLst xmlns:a="http://schemas.openxmlformats.org/drawingml/2006/main">
              <a:ext uri="{FF2B5EF4-FFF2-40B4-BE49-F238E27FC236}">
                <a16:creationId xmlns:a16="http://schemas.microsoft.com/office/drawing/2014/main" id="{C822D7A5-230E-4D53-87BF-30D9600CBA5B}"/>
              </a:ext>
            </a:extLst>
          </p:cNvPr>
          <p:cNvSpPr>
            <a:spLocks xmlns:a="http://schemas.openxmlformats.org/drawingml/2006/main" noGrp="1"/>
          </p:cNvSpPr>
          <p:nvPr/>
        </p:nvSpPr>
        <p:spPr>
          <a:xfrm xmlns:a="http://schemas.openxmlformats.org/drawingml/2006/main">
            <a:off x="647700" y="3648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350,377  |  Oct 1-8: 298,631</a:t>
            </a:r>
          </a:p>
        </p:txBody>
      </p:sp>
      <p:sp>
        <p:nvSpPr>
          <p:cNvPr id="11" name="">
            <a:extLst xmlns:a="http://schemas.openxmlformats.org/drawingml/2006/main">
              <a:ext uri="{FF2B5EF4-FFF2-40B4-BE49-F238E27FC236}">
                <a16:creationId xmlns:a16="http://schemas.microsoft.com/office/drawing/2014/main" id="{B50E6FF4-1841-4B98-B0D4-82D3B3C826CB}"/>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EAC5CCF-21D9-47F3-BE43-1F461B8CE8E7}"/>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85% of Sep 1-8</a:t>
            </a:r>
          </a:p>
        </p:txBody>
      </p:sp>
      <p:sp>
        <p:nvSpPr>
          <p:cNvPr id="13" name="">
            <a:extLst xmlns:a="http://schemas.openxmlformats.org/drawingml/2006/main">
              <a:ext uri="{FF2B5EF4-FFF2-40B4-BE49-F238E27FC236}">
                <a16:creationId xmlns:a16="http://schemas.microsoft.com/office/drawing/2014/main" id="{566A4818-9686-4A4F-8F88-8357E2979561}"/>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7065E01-096E-49A0-BA98-FD61F8F52779}"/>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15" name="">
            <a:extLst xmlns:a="http://schemas.openxmlformats.org/drawingml/2006/main">
              <a:ext uri="{FF2B5EF4-FFF2-40B4-BE49-F238E27FC236}">
                <a16:creationId xmlns:a16="http://schemas.microsoft.com/office/drawing/2014/main" id="{854CFF0B-4797-4CD8-9F82-935EC629DDE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21</a:t>
            </a:r>
          </a:p>
        </p:txBody>
      </p:sp>
    </p:spTree>
    <p:extLst>
      <p:ext uri="{BB962C8B-B14F-4D97-AF65-F5344CB8AC3E}">
        <p14:creationId xmlns:p14="http://schemas.microsoft.com/office/powerpoint/2010/main" val="2108141852"/>
      </p:ext>
    </p:extLst>
  </p:cSld>
</p:sld>
</file>

<file path=ppt/slides/slide2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C33AC9E-B909-459C-A22B-5E946D39A22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09B2497-5752-47FE-863F-A9594BCC04E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95F7413-8FEE-4FD2-A97F-FBDC76D105C7}"/>
              </a:ext>
            </a:extLst>
          </p:cNvPr>
          <p:cNvPicPr>
            <a:picLocks xmlns:a="http://schemas.openxmlformats.org/drawingml/2006/main" noChangeAspect="1"/>
          </p:cNvPicPr>
          <p:nvPr/>
        </p:nvPicPr>
        <p:blipFill>
          <a:blip xmlns:r="http://schemas.openxmlformats.org/officeDocument/2006/relationships" xmlns:a="http://schemas.openxmlformats.org/drawingml/2006/main" r:embed="R91dc95ce24574a15"/>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A1CA5B-D3E8-4C19-AE71-637A5DA4041A}"/>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4ACAFE85-868A-47E8-9362-919F7AFC50D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A99B6D4A-B2D4-4E61-B58F-B79290D8A3D1}"/>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D48CDFA-4837-4C78-8F9F-92026476220B}"/>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@arrcch</a:t>
            </a:r>
          </a:p>
        </p:txBody>
      </p:sp>
      <p:sp>
        <p:nvSpPr>
          <p:cNvPr id="8" name="">
            <a:extLst xmlns:a="http://schemas.openxmlformats.org/drawingml/2006/main">
              <a:ext uri="{FF2B5EF4-FFF2-40B4-BE49-F238E27FC236}">
                <a16:creationId xmlns:a16="http://schemas.microsoft.com/office/drawing/2014/main" id="{4277A624-E191-4EAC-B335-4B2E66B31687}"/>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9A512C4C-C247-469E-A9C9-02D2ECCEF052}"/>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-47%</a:t>
            </a:r>
          </a:p>
        </p:txBody>
      </p:sp>
      <p:sp>
        <p:nvSpPr>
          <p:cNvPr id="10" name="">
            <a:extLst xmlns:a="http://schemas.openxmlformats.org/drawingml/2006/main">
              <a:ext uri="{FF2B5EF4-FFF2-40B4-BE49-F238E27FC236}">
                <a16:creationId xmlns:a16="http://schemas.microsoft.com/office/drawing/2014/main" id="{AF0108B4-4B8C-43A2-A600-4EF1D76DC2FF}"/>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411,343  |  Oct 1-8: 217,185</a:t>
            </a:r>
          </a:p>
        </p:txBody>
      </p:sp>
      <p:sp>
        <p:nvSpPr>
          <p:cNvPr id="11" name="">
            <a:extLst xmlns:a="http://schemas.openxmlformats.org/drawingml/2006/main">
              <a:ext uri="{FF2B5EF4-FFF2-40B4-BE49-F238E27FC236}">
                <a16:creationId xmlns:a16="http://schemas.microsoft.com/office/drawing/2014/main" id="{10989D48-8A62-4391-BE1F-8F31012A4866}"/>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30EF9A7E-5775-4675-B0FE-4A950976A28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53% of Sep 1-8 (217.2k/411.3k)</a:t>
            </a:r>
          </a:p>
          <a:p xmlns:a="http://schemas.openxmlformats.org/drawingml/2006/main">
            <a:pPr>
              <a:defRPr sz="1275" b="0">
                <a:solidFill>
                  <a:srgbClr val="F7F4EC"/>
                </a:solidFill>
              </a:defRPr>
            </a:pPr>
            <a:r>
              <a:rPr sz="1275" b="0">
                <a:solidFill>
                  <a:srgbClr val="F7F4EC"/>
                </a:solidFill>
              </a:rPr>
              <a:t>Hours 72% of Sep 1-8 (20h/28h)</a:t>
            </a:r>
          </a:p>
        </p:txBody>
      </p:sp>
      <p:sp>
        <p:nvSpPr>
          <p:cNvPr id="13" name="">
            <a:extLst xmlns:a="http://schemas.openxmlformats.org/drawingml/2006/main">
              <a:ext uri="{FF2B5EF4-FFF2-40B4-BE49-F238E27FC236}">
                <a16:creationId xmlns:a16="http://schemas.microsoft.com/office/drawing/2014/main" id="{EB67ABFB-E9FD-4E6E-8A5C-B7EE55A6396A}"/>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BC36FCF-FEB6-4199-89D2-9858256A9EA1}"/>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72%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E69E7AFF-F406-4C16-A0F6-3EC66227EE9A}"/>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58FA35E7-F4E9-48E7-B3AD-5D798404FFBF}"/>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@glenifarr</a:t>
            </a:r>
          </a:p>
        </p:txBody>
      </p:sp>
      <p:sp>
        <p:nvSpPr>
          <p:cNvPr id="17" name="">
            <a:extLst xmlns:a="http://schemas.openxmlformats.org/drawingml/2006/main">
              <a:ext uri="{FF2B5EF4-FFF2-40B4-BE49-F238E27FC236}">
                <a16:creationId xmlns:a16="http://schemas.microsoft.com/office/drawing/2014/main" id="{9057A9DE-D591-49B3-BDE2-D40EA7E411AE}"/>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E12F6A0F-8CE2-4F10-9DF9-7933A508EDC6}"/>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9" name="">
            <a:extLst xmlns:a="http://schemas.openxmlformats.org/drawingml/2006/main">
              <a:ext uri="{FF2B5EF4-FFF2-40B4-BE49-F238E27FC236}">
                <a16:creationId xmlns:a16="http://schemas.microsoft.com/office/drawing/2014/main" id="{B022BD91-3599-440B-89AA-347AAE1B1D5B}"/>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119,870  |  Oct 1-8: 5,231</a:t>
            </a:r>
          </a:p>
        </p:txBody>
      </p:sp>
      <p:sp>
        <p:nvSpPr>
          <p:cNvPr id="20" name="">
            <a:extLst xmlns:a="http://schemas.openxmlformats.org/drawingml/2006/main">
              <a:ext uri="{FF2B5EF4-FFF2-40B4-BE49-F238E27FC236}">
                <a16:creationId xmlns:a16="http://schemas.microsoft.com/office/drawing/2014/main" id="{61C9B46C-F880-4E02-ADBA-4E901D8F9953}"/>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E7150D12-4E3A-44C9-B496-3624587E2EDB}"/>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14% of Sep 1-8 (4h/30h)</a:t>
            </a:r>
          </a:p>
          <a:p xmlns:a="http://schemas.openxmlformats.org/drawingml/2006/main">
            <a:pPr>
              <a:defRPr sz="1275" b="0">
                <a:solidFill>
                  <a:srgbClr val="F7F4EC"/>
                </a:solidFill>
              </a:defRPr>
            </a:pPr>
            <a:r>
              <a:rPr sz="1275" b="0">
                <a:solidFill>
                  <a:srgbClr val="F7F4EC"/>
                </a:solidFill>
              </a:rPr>
              <a:t>Diamonds 4% of Sep 1-8 (5.2k/119.9k)</a:t>
            </a:r>
          </a:p>
        </p:txBody>
      </p:sp>
      <p:sp>
        <p:nvSpPr>
          <p:cNvPr id="22" name="">
            <a:extLst xmlns:a="http://schemas.openxmlformats.org/drawingml/2006/main">
              <a:ext uri="{FF2B5EF4-FFF2-40B4-BE49-F238E27FC236}">
                <a16:creationId xmlns:a16="http://schemas.microsoft.com/office/drawing/2014/main" id="{BA0261E6-2FAC-4343-A452-D0CD51D84CD7}"/>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E18B3045-1CC5-411C-9ABE-4E3B3D8CA7B8}"/>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14%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FFCF2C47-AE52-46E8-AC1A-3AB1EF702456}"/>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6DF10DC3-2A84-44FE-8EE0-FD3EB7A2DBB3}"/>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@phantomjaguar</a:t>
            </a:r>
          </a:p>
        </p:txBody>
      </p:sp>
      <p:sp>
        <p:nvSpPr>
          <p:cNvPr id="26" name="">
            <a:extLst xmlns:a="http://schemas.openxmlformats.org/drawingml/2006/main">
              <a:ext uri="{FF2B5EF4-FFF2-40B4-BE49-F238E27FC236}">
                <a16:creationId xmlns:a16="http://schemas.microsoft.com/office/drawing/2014/main" id="{AB5902BD-AA06-4764-BA2A-500448ACC13D}"/>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506195EC-74E6-4D8E-B80E-8A42E894A38B}"/>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-55%</a:t>
            </a:r>
          </a:p>
        </p:txBody>
      </p:sp>
      <p:sp>
        <p:nvSpPr>
          <p:cNvPr id="28" name="">
            <a:extLst xmlns:a="http://schemas.openxmlformats.org/drawingml/2006/main">
              <a:ext uri="{FF2B5EF4-FFF2-40B4-BE49-F238E27FC236}">
                <a16:creationId xmlns:a16="http://schemas.microsoft.com/office/drawing/2014/main" id="{02C7E428-DD9C-424D-A835-50A08511DBFC}"/>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65,497  |  Oct 1-8: 29,549</a:t>
            </a:r>
          </a:p>
        </p:txBody>
      </p:sp>
      <p:sp>
        <p:nvSpPr>
          <p:cNvPr id="29" name="">
            <a:extLst xmlns:a="http://schemas.openxmlformats.org/drawingml/2006/main">
              <a:ext uri="{FF2B5EF4-FFF2-40B4-BE49-F238E27FC236}">
                <a16:creationId xmlns:a16="http://schemas.microsoft.com/office/drawing/2014/main" id="{985EEA51-83AE-4EA9-86BF-3498A638CF18}"/>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C8337923-A21C-4445-B7DB-281D9E54C94A}"/>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45% of Sep 1-8 (29.5k/65.5k)</a:t>
            </a:r>
          </a:p>
          <a:p xmlns:a="http://schemas.openxmlformats.org/drawingml/2006/main">
            <a:pPr>
              <a:defRPr sz="1275" b="0">
                <a:solidFill>
                  <a:srgbClr val="F7F4EC"/>
                </a:solidFill>
              </a:defRPr>
            </a:pPr>
            <a:r>
              <a:rPr sz="1275" b="0">
                <a:solidFill>
                  <a:srgbClr val="F7F4EC"/>
                </a:solidFill>
              </a:rPr>
              <a:t>Hours 65% of Sep 1-8 (40h/61h)</a:t>
            </a:r>
          </a:p>
        </p:txBody>
      </p:sp>
      <p:sp>
        <p:nvSpPr>
          <p:cNvPr id="31" name="">
            <a:extLst xmlns:a="http://schemas.openxmlformats.org/drawingml/2006/main">
              <a:ext uri="{FF2B5EF4-FFF2-40B4-BE49-F238E27FC236}">
                <a16:creationId xmlns:a16="http://schemas.microsoft.com/office/drawing/2014/main" id="{CF13BE64-13D1-4C0B-89C9-7F0592F74827}"/>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C4FAF581-2235-475E-A8CC-CAC023B0C6D1}"/>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EA9DD5AC-BBB4-4D80-8351-F0105B4B74A4}"/>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22</a:t>
            </a:r>
          </a:p>
        </p:txBody>
      </p:sp>
    </p:spTree>
    <p:extLst>
      <p:ext uri="{BB962C8B-B14F-4D97-AF65-F5344CB8AC3E}">
        <p14:creationId xmlns:p14="http://schemas.microsoft.com/office/powerpoint/2010/main" val="328345220"/>
      </p:ext>
    </p:extLst>
  </p:cSld>
</p:sld>
</file>

<file path=ppt/slides/slide2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077A749-DA00-492B-BE23-A180DB2B3E08}"/>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4321B21-98BB-4CE3-809B-8EFC3B5FDD7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41BEAB6E-11E8-4E59-AFC9-1F6620966C65}"/>
              </a:ext>
            </a:extLst>
          </p:cNvPr>
          <p:cNvPicPr>
            <a:picLocks xmlns:a="http://schemas.openxmlformats.org/drawingml/2006/main" noChangeAspect="1"/>
          </p:cNvPicPr>
          <p:nvPr/>
        </p:nvPicPr>
        <p:blipFill>
          <a:blip xmlns:r="http://schemas.openxmlformats.org/officeDocument/2006/relationships" xmlns:a="http://schemas.openxmlformats.org/drawingml/2006/main" r:embed="R76826c01e99a48f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B43DEB-8CBD-4412-B01C-522330F5C8B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93985599-AA9D-435F-95D5-991B2FFBC13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78AA81DA-B9FE-4776-BC30-BC78BEAC3A82}"/>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809742F2-B28D-4F64-8E04-745B0BCBC282}"/>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@turbotagz</a:t>
            </a:r>
          </a:p>
        </p:txBody>
      </p:sp>
      <p:sp>
        <p:nvSpPr>
          <p:cNvPr id="8" name="">
            <a:extLst xmlns:a="http://schemas.openxmlformats.org/drawingml/2006/main">
              <a:ext uri="{FF2B5EF4-FFF2-40B4-BE49-F238E27FC236}">
                <a16:creationId xmlns:a16="http://schemas.microsoft.com/office/drawing/2014/main" id="{014453D3-24BC-4AC3-A3DF-140689E599CD}"/>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FF0EA4AD-53D5-4D1A-8E6F-3D4380C2E03B}"/>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-62%</a:t>
            </a:r>
          </a:p>
        </p:txBody>
      </p:sp>
      <p:sp>
        <p:nvSpPr>
          <p:cNvPr id="10" name="">
            <a:extLst xmlns:a="http://schemas.openxmlformats.org/drawingml/2006/main">
              <a:ext uri="{FF2B5EF4-FFF2-40B4-BE49-F238E27FC236}">
                <a16:creationId xmlns:a16="http://schemas.microsoft.com/office/drawing/2014/main" id="{3EAA6369-572B-4EBB-BC66-DE3A4656C1D4}"/>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56,031  |  Oct 1-8: 21,049</a:t>
            </a:r>
          </a:p>
        </p:txBody>
      </p:sp>
      <p:sp>
        <p:nvSpPr>
          <p:cNvPr id="11" name="">
            <a:extLst xmlns:a="http://schemas.openxmlformats.org/drawingml/2006/main">
              <a:ext uri="{FF2B5EF4-FFF2-40B4-BE49-F238E27FC236}">
                <a16:creationId xmlns:a16="http://schemas.microsoft.com/office/drawing/2014/main" id="{ED8D34CC-6839-4264-BA7E-5EE9AFAFB6A6}"/>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12C9E28-B513-4F92-A93E-4803D44CC20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31% of Sep 1-8 (11h/35h)</a:t>
            </a:r>
          </a:p>
          <a:p xmlns:a="http://schemas.openxmlformats.org/drawingml/2006/main">
            <a:pPr>
              <a:defRPr sz="1275" b="0">
                <a:solidFill>
                  <a:srgbClr val="F7F4EC"/>
                </a:solidFill>
              </a:defRPr>
            </a:pPr>
            <a:r>
              <a:rPr sz="1275" b="0">
                <a:solidFill>
                  <a:srgbClr val="F7F4EC"/>
                </a:solidFill>
              </a:rPr>
              <a:t>Diamonds 38% of Sep 1-8 (21.0k/56.0k)</a:t>
            </a:r>
          </a:p>
        </p:txBody>
      </p:sp>
      <p:sp>
        <p:nvSpPr>
          <p:cNvPr id="13" name="">
            <a:extLst xmlns:a="http://schemas.openxmlformats.org/drawingml/2006/main">
              <a:ext uri="{FF2B5EF4-FFF2-40B4-BE49-F238E27FC236}">
                <a16:creationId xmlns:a16="http://schemas.microsoft.com/office/drawing/2014/main" id="{8D43221F-5536-440B-95B0-698D8AE9DF8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7752645-4215-4EFC-A2FF-B79846A25567}"/>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31%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037620C7-3CF8-4782-901F-141D738C3CAB}"/>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0083B31C-9FAE-49F5-B5DA-71D2ECFBAC99}"/>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@rustytrigger_1</a:t>
            </a:r>
          </a:p>
        </p:txBody>
      </p:sp>
      <p:sp>
        <p:nvSpPr>
          <p:cNvPr id="17" name="">
            <a:extLst xmlns:a="http://schemas.openxmlformats.org/drawingml/2006/main">
              <a:ext uri="{FF2B5EF4-FFF2-40B4-BE49-F238E27FC236}">
                <a16:creationId xmlns:a16="http://schemas.microsoft.com/office/drawing/2014/main" id="{04D3DC96-D239-446E-94E2-F36D2263A864}"/>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D87120E7-BC9C-4C3F-987D-0E6C03A28B74}"/>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-93%</a:t>
            </a:r>
          </a:p>
        </p:txBody>
      </p:sp>
      <p:sp>
        <p:nvSpPr>
          <p:cNvPr id="19" name="">
            <a:extLst xmlns:a="http://schemas.openxmlformats.org/drawingml/2006/main">
              <a:ext uri="{FF2B5EF4-FFF2-40B4-BE49-F238E27FC236}">
                <a16:creationId xmlns:a16="http://schemas.microsoft.com/office/drawing/2014/main" id="{4C049213-D55A-4F0A-9FC7-1A1DA2894F1F}"/>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32,053  |  Oct 1-8: 2,305</a:t>
            </a:r>
          </a:p>
        </p:txBody>
      </p:sp>
      <p:sp>
        <p:nvSpPr>
          <p:cNvPr id="20" name="">
            <a:extLst xmlns:a="http://schemas.openxmlformats.org/drawingml/2006/main">
              <a:ext uri="{FF2B5EF4-FFF2-40B4-BE49-F238E27FC236}">
                <a16:creationId xmlns:a16="http://schemas.microsoft.com/office/drawing/2014/main" id="{79BCC18C-D4FB-4717-96D1-9102865EA032}"/>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472DAC95-70B1-48B6-9435-E83BD894CE33}"/>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7% of Sep 1-8 (2.3k/32.1k)</a:t>
            </a:r>
          </a:p>
        </p:txBody>
      </p:sp>
      <p:sp>
        <p:nvSpPr>
          <p:cNvPr id="22" name="">
            <a:extLst xmlns:a="http://schemas.openxmlformats.org/drawingml/2006/main">
              <a:ext uri="{FF2B5EF4-FFF2-40B4-BE49-F238E27FC236}">
                <a16:creationId xmlns:a16="http://schemas.microsoft.com/office/drawing/2014/main" id="{EFC4B614-C1FD-45DF-A94D-26ABB9F64682}"/>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BADAA03F-73FB-44EE-978F-60F27C3A6A7B}"/>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r>
              <a:t/>
            </a:r>
          </a:p>
        </p:txBody>
      </p:sp>
      <p:sp>
        <p:nvSpPr>
          <p:cNvPr id="24" name="">
            <a:extLst xmlns:a="http://schemas.openxmlformats.org/drawingml/2006/main">
              <a:ext uri="{FF2B5EF4-FFF2-40B4-BE49-F238E27FC236}">
                <a16:creationId xmlns:a16="http://schemas.microsoft.com/office/drawing/2014/main" id="{35D653E7-6A2B-4FBF-AC4E-D154FCE8203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23</a:t>
            </a:r>
          </a:p>
        </p:txBody>
      </p:sp>
    </p:spTree>
    <p:extLst>
      <p:ext uri="{BB962C8B-B14F-4D97-AF65-F5344CB8AC3E}">
        <p14:creationId xmlns:p14="http://schemas.microsoft.com/office/powerpoint/2010/main" val="1857420288"/>
      </p:ext>
    </p:extLst>
  </p:cSld>
</p:sld>
</file>

<file path=ppt/slides/slide2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C46A959-8301-421C-9419-5347C702B040}"/>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70EA91F3-F1FE-4108-BE9B-C49E12CA278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93E9ABD-CD41-44CD-A3E2-6C711BC1AE82}"/>
              </a:ext>
            </a:extLst>
          </p:cNvPr>
          <p:cNvPicPr>
            <a:picLocks xmlns:a="http://schemas.openxmlformats.org/drawingml/2006/main" noChangeAspect="1"/>
          </p:cNvPicPr>
          <p:nvPr/>
        </p:nvPicPr>
        <p:blipFill>
          <a:blip xmlns:r="http://schemas.openxmlformats.org/officeDocument/2006/relationships" xmlns:a="http://schemas.openxmlformats.org/drawingml/2006/main" r:embed="R767f45fc8e5746d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B3F4E2-B115-46A2-893E-349385BFD08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megan25121990@hotmail.com</a:t>
            </a:r>
          </a:p>
        </p:txBody>
      </p:sp>
      <p:sp>
        <p:nvSpPr>
          <p:cNvPr id="5" name="">
            <a:extLst xmlns:a="http://schemas.openxmlformats.org/drawingml/2006/main">
              <a:ext uri="{FF2B5EF4-FFF2-40B4-BE49-F238E27FC236}">
                <a16:creationId xmlns:a16="http://schemas.microsoft.com/office/drawing/2014/main" id="{2A47ADC6-7EDB-49E0-8C92-6E210F5F9D78}"/>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DDA30556-9F0B-49AF-862D-7F4232CC494B}"/>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73D71F98-EAFD-45D6-BAAA-76D52C3FF34A}"/>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@nklnne</a:t>
            </a:r>
          </a:p>
        </p:txBody>
      </p:sp>
      <p:sp>
        <p:nvSpPr>
          <p:cNvPr id="8" name="">
            <a:extLst xmlns:a="http://schemas.openxmlformats.org/drawingml/2006/main">
              <a:ext uri="{FF2B5EF4-FFF2-40B4-BE49-F238E27FC236}">
                <a16:creationId xmlns:a16="http://schemas.microsoft.com/office/drawing/2014/main" id="{E6867129-8402-4DB0-8B05-FE40B7B5C8B1}"/>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BFB95BEA-B214-420F-9195-A9D608605FC1}"/>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-68%</a:t>
            </a:r>
          </a:p>
        </p:txBody>
      </p:sp>
      <p:sp>
        <p:nvSpPr>
          <p:cNvPr id="10" name="">
            <a:extLst xmlns:a="http://schemas.openxmlformats.org/drawingml/2006/main">
              <a:ext uri="{FF2B5EF4-FFF2-40B4-BE49-F238E27FC236}">
                <a16:creationId xmlns:a16="http://schemas.microsoft.com/office/drawing/2014/main" id="{7D8618EF-4BA3-4D5F-8031-E5877E039135}"/>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113,411  |  Oct 1-8: 36,605</a:t>
            </a:r>
          </a:p>
        </p:txBody>
      </p:sp>
      <p:sp>
        <p:nvSpPr>
          <p:cNvPr id="11" name="">
            <a:extLst xmlns:a="http://schemas.openxmlformats.org/drawingml/2006/main">
              <a:ext uri="{FF2B5EF4-FFF2-40B4-BE49-F238E27FC236}">
                <a16:creationId xmlns:a16="http://schemas.microsoft.com/office/drawing/2014/main" id="{38414648-7404-43A7-B9CA-CE0411EEFE7D}"/>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814600C-0D62-4632-B75E-694170234E1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39% of Sep 1-8 (12h/30h)</a:t>
            </a:r>
          </a:p>
          <a:p xmlns:a="http://schemas.openxmlformats.org/drawingml/2006/main">
            <a:pPr>
              <a:defRPr sz="1275" b="0">
                <a:solidFill>
                  <a:srgbClr val="F7F4EC"/>
                </a:solidFill>
              </a:defRPr>
            </a:pPr>
            <a:r>
              <a:rPr sz="1275" b="0">
                <a:solidFill>
                  <a:srgbClr val="F7F4EC"/>
                </a:solidFill>
              </a:rPr>
              <a:t>Diamonds 32% of Sep 1-8 (36.6k/113.4k)</a:t>
            </a:r>
          </a:p>
        </p:txBody>
      </p:sp>
      <p:sp>
        <p:nvSpPr>
          <p:cNvPr id="13" name="">
            <a:extLst xmlns:a="http://schemas.openxmlformats.org/drawingml/2006/main">
              <a:ext uri="{FF2B5EF4-FFF2-40B4-BE49-F238E27FC236}">
                <a16:creationId xmlns:a16="http://schemas.microsoft.com/office/drawing/2014/main" id="{85E75EF2-A5F9-4029-920C-7C5A256252FB}"/>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A739B53-B66A-400D-B002-0540500EBF8D}"/>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39%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46A603C0-5946-420A-A369-87C1258041F0}"/>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0C40D806-DFE5-4B50-BB46-63FA36B6B21B}"/>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@clo.elizabeth1</a:t>
            </a:r>
          </a:p>
        </p:txBody>
      </p:sp>
      <p:sp>
        <p:nvSpPr>
          <p:cNvPr id="17" name="">
            <a:extLst xmlns:a="http://schemas.openxmlformats.org/drawingml/2006/main">
              <a:ext uri="{FF2B5EF4-FFF2-40B4-BE49-F238E27FC236}">
                <a16:creationId xmlns:a16="http://schemas.microsoft.com/office/drawing/2014/main" id="{86471853-A44C-472D-BD8A-06F19C1B4892}"/>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92BA4D94-854B-40DE-BB6D-0448B762BC39}"/>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94CFADEE-3D33-4D57-AA6A-A4C8EA500A35}"/>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34,464  |  Oct 1-8: 0</a:t>
            </a:r>
          </a:p>
        </p:txBody>
      </p:sp>
      <p:sp>
        <p:nvSpPr>
          <p:cNvPr id="20" name="">
            <a:extLst xmlns:a="http://schemas.openxmlformats.org/drawingml/2006/main">
              <a:ext uri="{FF2B5EF4-FFF2-40B4-BE49-F238E27FC236}">
                <a16:creationId xmlns:a16="http://schemas.microsoft.com/office/drawing/2014/main" id="{802029D8-820A-4665-9C7A-B2C69986801F}"/>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C136E73-5321-4C78-9581-AB73CA314B1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5B8E1E86-6025-4624-8BE9-ECFC7EA6B5A7}"/>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A6CE94BE-C4A4-4E5D-9921-E62798C9D2B6}"/>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7B28DAE2-7783-44AB-9002-86FCDF9CC7A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24</a:t>
            </a:r>
          </a:p>
        </p:txBody>
      </p:sp>
    </p:spTree>
    <p:extLst>
      <p:ext uri="{BB962C8B-B14F-4D97-AF65-F5344CB8AC3E}">
        <p14:creationId xmlns:p14="http://schemas.microsoft.com/office/powerpoint/2010/main" val="1274464365"/>
      </p:ext>
    </p:extLst>
  </p:cSld>
</p:sld>
</file>

<file path=ppt/slides/slide2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C995C36-FBDD-48E5-A839-907B2093F2F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84D9BE81-2C48-46A8-B11E-3408950FC74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A3F5E95D-9DC3-4B08-B139-317B53C0CE7A}"/>
              </a:ext>
            </a:extLst>
          </p:cNvPr>
          <p:cNvPicPr>
            <a:picLocks xmlns:a="http://schemas.openxmlformats.org/drawingml/2006/main" noChangeAspect="1"/>
          </p:cNvPicPr>
          <p:nvPr/>
        </p:nvPicPr>
        <p:blipFill>
          <a:blip xmlns:r="http://schemas.openxmlformats.org/officeDocument/2006/relationships" xmlns:a="http://schemas.openxmlformats.org/drawingml/2006/main" r:embed="Rdec1ad8ff8a8495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37DCB7-4D2B-495B-8053-2C23C0FC89A8}"/>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37619CED-9E58-4F24-80AB-8BFC88211560}"/>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849F8FB-E46C-4047-9C07-6E0815CE0E6B}"/>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040865C-313E-4A95-B288-A955AF21769C}"/>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@coran.purser</a:t>
            </a:r>
          </a:p>
        </p:txBody>
      </p:sp>
      <p:sp>
        <p:nvSpPr>
          <p:cNvPr id="8" name="">
            <a:extLst xmlns:a="http://schemas.openxmlformats.org/drawingml/2006/main">
              <a:ext uri="{FF2B5EF4-FFF2-40B4-BE49-F238E27FC236}">
                <a16:creationId xmlns:a16="http://schemas.microsoft.com/office/drawing/2014/main" id="{A1F21960-B9F6-48CD-BE40-062D53E4EB0C}"/>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FDE9D8C2-C287-4864-8EC3-B03ADB5342EF}"/>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a:t>
            </a:r>
          </a:p>
        </p:txBody>
      </p:sp>
      <p:sp>
        <p:nvSpPr>
          <p:cNvPr id="10" name="">
            <a:extLst xmlns:a="http://schemas.openxmlformats.org/drawingml/2006/main">
              <a:ext uri="{FF2B5EF4-FFF2-40B4-BE49-F238E27FC236}">
                <a16:creationId xmlns:a16="http://schemas.microsoft.com/office/drawing/2014/main" id="{4ADF4FC1-205A-4091-A89B-92769980B69A}"/>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407,090  |  Oct 1-8: 171,335</a:t>
            </a:r>
          </a:p>
        </p:txBody>
      </p:sp>
      <p:sp>
        <p:nvSpPr>
          <p:cNvPr id="11" name="">
            <a:extLst xmlns:a="http://schemas.openxmlformats.org/drawingml/2006/main">
              <a:ext uri="{FF2B5EF4-FFF2-40B4-BE49-F238E27FC236}">
                <a16:creationId xmlns:a16="http://schemas.microsoft.com/office/drawing/2014/main" id="{25A74885-C6B8-4BD0-A74E-B82454F9E544}"/>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BFA0537-2D55-4981-8E6E-02DFB85FDD81}"/>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42% of Sep 1-8 (171.3k/407.1k)</a:t>
            </a:r>
          </a:p>
          <a:p xmlns:a="http://schemas.openxmlformats.org/drawingml/2006/main">
            <a:pPr>
              <a:defRPr sz="1275" b="0">
                <a:solidFill>
                  <a:srgbClr val="F7F4EC"/>
                </a:solidFill>
              </a:defRPr>
            </a:pPr>
            <a:r>
              <a:rPr sz="1275" b="0">
                <a:solidFill>
                  <a:srgbClr val="F7F4EC"/>
                </a:solidFill>
              </a:rPr>
              <a:t>Matches 48% of Sep 1-8 (151/312)</a:t>
            </a:r>
          </a:p>
        </p:txBody>
      </p:sp>
      <p:sp>
        <p:nvSpPr>
          <p:cNvPr id="13" name="">
            <a:extLst xmlns:a="http://schemas.openxmlformats.org/drawingml/2006/main">
              <a:ext uri="{FF2B5EF4-FFF2-40B4-BE49-F238E27FC236}">
                <a16:creationId xmlns:a16="http://schemas.microsoft.com/office/drawing/2014/main" id="{AE2AD2E4-5E06-43E4-BA4D-F8CDC5B5693D}"/>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E551874-D7BC-4458-A614-17F987B91B81}"/>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4825179-E69F-4FA8-AB96-891D968AE132}"/>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66B7682D-9291-4100-9B58-BFF159F9A62D}"/>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@dam_it_chan</a:t>
            </a:r>
          </a:p>
        </p:txBody>
      </p:sp>
      <p:sp>
        <p:nvSpPr>
          <p:cNvPr id="17" name="">
            <a:extLst xmlns:a="http://schemas.openxmlformats.org/drawingml/2006/main">
              <a:ext uri="{FF2B5EF4-FFF2-40B4-BE49-F238E27FC236}">
                <a16:creationId xmlns:a16="http://schemas.microsoft.com/office/drawing/2014/main" id="{123665B9-678F-4394-BEC3-1BC7662AB671}"/>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F016D45C-2414-4389-A98F-0F2966FE374F}"/>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-45%</a:t>
            </a:r>
          </a:p>
        </p:txBody>
      </p:sp>
      <p:sp>
        <p:nvSpPr>
          <p:cNvPr id="19" name="">
            <a:extLst xmlns:a="http://schemas.openxmlformats.org/drawingml/2006/main">
              <a:ext uri="{FF2B5EF4-FFF2-40B4-BE49-F238E27FC236}">
                <a16:creationId xmlns:a16="http://schemas.microsoft.com/office/drawing/2014/main" id="{25C38718-2977-4962-AB76-AD8D6BDD6717}"/>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297,720  |  Oct 1-8: 162,917</a:t>
            </a:r>
          </a:p>
        </p:txBody>
      </p:sp>
      <p:sp>
        <p:nvSpPr>
          <p:cNvPr id="20" name="">
            <a:extLst xmlns:a="http://schemas.openxmlformats.org/drawingml/2006/main">
              <a:ext uri="{FF2B5EF4-FFF2-40B4-BE49-F238E27FC236}">
                <a16:creationId xmlns:a16="http://schemas.microsoft.com/office/drawing/2014/main" id="{AABA52F4-BE78-4125-96F2-67BC1C7E44FC}"/>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70554D51-E394-4DFE-8DA6-F3CBD6DCEFA2}"/>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55% of Sep 1-8 (162.9k/297.7k)</a:t>
            </a:r>
          </a:p>
          <a:p xmlns:a="http://schemas.openxmlformats.org/drawingml/2006/main">
            <a:pPr>
              <a:defRPr sz="1275" b="0">
                <a:solidFill>
                  <a:srgbClr val="F7F4EC"/>
                </a:solidFill>
              </a:defRPr>
            </a:pPr>
            <a:r>
              <a:rPr sz="1275" b="0">
                <a:solidFill>
                  <a:srgbClr val="F7F4EC"/>
                </a:solidFill>
              </a:rPr>
              <a:t>Matches 62% of Sep 1-8 (70/113)</a:t>
            </a:r>
          </a:p>
        </p:txBody>
      </p:sp>
      <p:sp>
        <p:nvSpPr>
          <p:cNvPr id="22" name="">
            <a:extLst xmlns:a="http://schemas.openxmlformats.org/drawingml/2006/main">
              <a:ext uri="{FF2B5EF4-FFF2-40B4-BE49-F238E27FC236}">
                <a16:creationId xmlns:a16="http://schemas.microsoft.com/office/drawing/2014/main" id="{8688D8DF-12C7-4588-8E1B-084286A8357C}"/>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EEC21F54-2A11-4CFB-BC81-99DE3C241B06}"/>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81741BE0-9FD0-4BDD-A318-D38A1CDE3739}"/>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4BD375D9-E196-42D8-BBF0-5276B40D1E64}"/>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@aiden..97</a:t>
            </a:r>
          </a:p>
        </p:txBody>
      </p:sp>
      <p:sp>
        <p:nvSpPr>
          <p:cNvPr id="26" name="">
            <a:extLst xmlns:a="http://schemas.openxmlformats.org/drawingml/2006/main">
              <a:ext uri="{FF2B5EF4-FFF2-40B4-BE49-F238E27FC236}">
                <a16:creationId xmlns:a16="http://schemas.microsoft.com/office/drawing/2014/main" id="{5E3C57E4-E336-45EB-8C26-D4E3606DBF16}"/>
              </a:ext>
            </a:extLst>
          </p:cNvPr>
          <p:cNvSpPr>
            <a:spLocks xmlns:a="http://schemas.openxmlformats.org/drawingml/2006/main" noGrp="1"/>
          </p:cNvSpPr>
          <p:nvPr/>
        </p:nvSpPr>
        <p:spPr>
          <a:xfrm xmlns:a="http://schemas.openxmlformats.org/drawingml/2006/main">
            <a:off x="647700" y="56673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27" name="">
            <a:extLst xmlns:a="http://schemas.openxmlformats.org/drawingml/2006/main">
              <a:ext uri="{FF2B5EF4-FFF2-40B4-BE49-F238E27FC236}">
                <a16:creationId xmlns:a16="http://schemas.microsoft.com/office/drawing/2014/main" id="{FA279BF6-2AD2-48D7-9A87-C83391222A9E}"/>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28" name="">
            <a:extLst xmlns:a="http://schemas.openxmlformats.org/drawingml/2006/main">
              <a:ext uri="{FF2B5EF4-FFF2-40B4-BE49-F238E27FC236}">
                <a16:creationId xmlns:a16="http://schemas.microsoft.com/office/drawing/2014/main" id="{07CB4610-AFC0-413F-BFF9-5DAE5119935E}"/>
              </a:ext>
            </a:extLst>
          </p:cNvPr>
          <p:cNvSpPr>
            <a:spLocks xmlns:a="http://schemas.openxmlformats.org/drawingml/2006/main" noGrp="1"/>
          </p:cNvSpPr>
          <p:nvPr/>
        </p:nvSpPr>
        <p:spPr>
          <a:xfrm xmlns:a="http://schemas.openxmlformats.org/drawingml/2006/main">
            <a:off x="647700" y="62769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39,689  |  Oct 1-8: 0</a:t>
            </a:r>
          </a:p>
        </p:txBody>
      </p:sp>
      <p:sp>
        <p:nvSpPr>
          <p:cNvPr id="29" name="">
            <a:extLst xmlns:a="http://schemas.openxmlformats.org/drawingml/2006/main">
              <a:ext uri="{FF2B5EF4-FFF2-40B4-BE49-F238E27FC236}">
                <a16:creationId xmlns:a16="http://schemas.microsoft.com/office/drawing/2014/main" id="{3D59D4B0-2372-42A5-AE4F-6614800FA631}"/>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E404357E-5615-4394-B588-7BE7FA15D6D4}"/>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31" name="">
            <a:extLst xmlns:a="http://schemas.openxmlformats.org/drawingml/2006/main">
              <a:ext uri="{FF2B5EF4-FFF2-40B4-BE49-F238E27FC236}">
                <a16:creationId xmlns:a16="http://schemas.microsoft.com/office/drawing/2014/main" id="{9114F9C9-EBD4-41E5-983B-9AFC782D3A8F}"/>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2316E662-818C-441E-BEB5-B8636E321B4C}"/>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33" name="">
            <a:extLst xmlns:a="http://schemas.openxmlformats.org/drawingml/2006/main">
              <a:ext uri="{FF2B5EF4-FFF2-40B4-BE49-F238E27FC236}">
                <a16:creationId xmlns:a16="http://schemas.microsoft.com/office/drawing/2014/main" id="{7BBEDFB2-9A46-46BB-AACD-256478CEDE1B}"/>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25</a:t>
            </a:r>
          </a:p>
        </p:txBody>
      </p:sp>
    </p:spTree>
    <p:extLst>
      <p:ext uri="{BB962C8B-B14F-4D97-AF65-F5344CB8AC3E}">
        <p14:creationId xmlns:p14="http://schemas.microsoft.com/office/powerpoint/2010/main" val="1190115526"/>
      </p:ext>
    </p:extLst>
  </p:cSld>
</p:sld>
</file>

<file path=ppt/slides/slide2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DB34261-3279-4E6F-8985-0AED75FC414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C7174DCC-67BD-4774-AF41-73326DFF08A5}"/>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354FB49-EDCD-4FEA-9698-814001728226}"/>
              </a:ext>
            </a:extLst>
          </p:cNvPr>
          <p:cNvPicPr>
            <a:picLocks xmlns:a="http://schemas.openxmlformats.org/drawingml/2006/main" noChangeAspect="1"/>
          </p:cNvPicPr>
          <p:nvPr/>
        </p:nvPicPr>
        <p:blipFill>
          <a:blip xmlns:r="http://schemas.openxmlformats.org/officeDocument/2006/relationships" xmlns:a="http://schemas.openxmlformats.org/drawingml/2006/main" r:embed="Rec79683ebf99443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C1DF4D-42FC-4E73-9C88-604235E7AD17}"/>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92D5AD6D-42DA-446C-978D-510FE7E534B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F03EF60D-DFAD-45B5-BDC9-2DBA02031885}"/>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A83E644-FAD1-47BD-A057-13D7261C3658}"/>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@sambaileysingerofficial</a:t>
            </a:r>
          </a:p>
        </p:txBody>
      </p:sp>
      <p:sp>
        <p:nvSpPr>
          <p:cNvPr id="8" name="">
            <a:extLst xmlns:a="http://schemas.openxmlformats.org/drawingml/2006/main">
              <a:ext uri="{FF2B5EF4-FFF2-40B4-BE49-F238E27FC236}">
                <a16:creationId xmlns:a16="http://schemas.microsoft.com/office/drawing/2014/main" id="{A2108062-4A4C-4E20-B72E-FC8348807D9C}"/>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2D0142AE-225B-4706-B08F-DD2BE9EF97BD}"/>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-14%</a:t>
            </a:r>
          </a:p>
        </p:txBody>
      </p:sp>
      <p:sp>
        <p:nvSpPr>
          <p:cNvPr id="10" name="">
            <a:extLst xmlns:a="http://schemas.openxmlformats.org/drawingml/2006/main">
              <a:ext uri="{FF2B5EF4-FFF2-40B4-BE49-F238E27FC236}">
                <a16:creationId xmlns:a16="http://schemas.microsoft.com/office/drawing/2014/main" id="{297E42DB-55CF-4F31-B1E2-DE7C925E4B98}"/>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264,136  |  Oct 1-8: 227,053</a:t>
            </a:r>
          </a:p>
        </p:txBody>
      </p:sp>
      <p:sp>
        <p:nvSpPr>
          <p:cNvPr id="11" name="">
            <a:extLst xmlns:a="http://schemas.openxmlformats.org/drawingml/2006/main">
              <a:ext uri="{FF2B5EF4-FFF2-40B4-BE49-F238E27FC236}">
                <a16:creationId xmlns:a16="http://schemas.microsoft.com/office/drawing/2014/main" id="{6ABE36BD-EC5F-4B45-8069-697A79A643FB}"/>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19EDDF1-74A8-4C3F-9012-47783725327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69% of Sep 1-8 (11/16)</a:t>
            </a:r>
          </a:p>
          <a:p xmlns:a="http://schemas.openxmlformats.org/drawingml/2006/main">
            <a:pPr>
              <a:defRPr sz="1275" b="0">
                <a:solidFill>
                  <a:srgbClr val="F7F4EC"/>
                </a:solidFill>
              </a:defRPr>
            </a:pPr>
            <a:r>
              <a:rPr sz="1275" b="0">
                <a:solidFill>
                  <a:srgbClr val="F7F4EC"/>
                </a:solidFill>
              </a:rPr>
              <a:t>Diamonds 86% of Sep 1-8 (227.1k/264.1k)</a:t>
            </a:r>
          </a:p>
        </p:txBody>
      </p:sp>
      <p:sp>
        <p:nvSpPr>
          <p:cNvPr id="13" name="">
            <a:extLst xmlns:a="http://schemas.openxmlformats.org/drawingml/2006/main">
              <a:ext uri="{FF2B5EF4-FFF2-40B4-BE49-F238E27FC236}">
                <a16:creationId xmlns:a16="http://schemas.microsoft.com/office/drawing/2014/main" id="{8DE92035-7F1B-4B89-AC7D-1CF315CDB8ED}"/>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F5313CAD-806E-4F5E-B68F-F6BFCCA55973}"/>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p:txBody>
      </p:sp>
      <p:sp>
        <p:nvSpPr>
          <p:cNvPr id="15" name="">
            <a:extLst xmlns:a="http://schemas.openxmlformats.org/drawingml/2006/main">
              <a:ext uri="{FF2B5EF4-FFF2-40B4-BE49-F238E27FC236}">
                <a16:creationId xmlns:a16="http://schemas.microsoft.com/office/drawing/2014/main" id="{8FCE090A-1B54-48CE-80C9-B75B90611CB5}"/>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71C0EC7B-D8AE-43D5-A6EE-3AC9D6C3C4E4}"/>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@saraaelisabeth</a:t>
            </a:r>
          </a:p>
        </p:txBody>
      </p:sp>
      <p:sp>
        <p:nvSpPr>
          <p:cNvPr id="17" name="">
            <a:extLst xmlns:a="http://schemas.openxmlformats.org/drawingml/2006/main">
              <a:ext uri="{FF2B5EF4-FFF2-40B4-BE49-F238E27FC236}">
                <a16:creationId xmlns:a16="http://schemas.microsoft.com/office/drawing/2014/main" id="{D55AD4E8-CE4A-479E-9D28-4E9A5E3DE245}"/>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58798065-34F0-4C09-B64B-838FE7B7E606}"/>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-96%</a:t>
            </a:r>
          </a:p>
        </p:txBody>
      </p:sp>
      <p:sp>
        <p:nvSpPr>
          <p:cNvPr id="19" name="">
            <a:extLst xmlns:a="http://schemas.openxmlformats.org/drawingml/2006/main">
              <a:ext uri="{FF2B5EF4-FFF2-40B4-BE49-F238E27FC236}">
                <a16:creationId xmlns:a16="http://schemas.microsoft.com/office/drawing/2014/main" id="{FB7C5545-B8AF-436C-BCA2-4DFB1CF3641C}"/>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34,926  |  Oct 1-8: 1,532</a:t>
            </a:r>
          </a:p>
        </p:txBody>
      </p:sp>
      <p:sp>
        <p:nvSpPr>
          <p:cNvPr id="20" name="">
            <a:extLst xmlns:a="http://schemas.openxmlformats.org/drawingml/2006/main">
              <a:ext uri="{FF2B5EF4-FFF2-40B4-BE49-F238E27FC236}">
                <a16:creationId xmlns:a16="http://schemas.microsoft.com/office/drawing/2014/main" id="{1C82A2B9-E15E-4BB1-A973-08CDA8D2D16D}"/>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A464D918-74BD-4F34-A0D5-26619F391C0B}"/>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(1.5k/34.9k)</a:t>
            </a:r>
          </a:p>
          <a:p xmlns:a="http://schemas.openxmlformats.org/drawingml/2006/main">
            <a:pPr>
              <a:defRPr sz="1275" b="0">
                <a:solidFill>
                  <a:srgbClr val="F7F4EC"/>
                </a:solidFill>
              </a:defRPr>
            </a:pPr>
            <a:r>
              <a:rPr sz="1275" b="0">
                <a:solidFill>
                  <a:srgbClr val="F7F4EC"/>
                </a:solidFill>
              </a:rPr>
              <a:t>Hours 32% of Sep 1-8 (2h/6h)</a:t>
            </a:r>
          </a:p>
        </p:txBody>
      </p:sp>
      <p:sp>
        <p:nvSpPr>
          <p:cNvPr id="22" name="">
            <a:extLst xmlns:a="http://schemas.openxmlformats.org/drawingml/2006/main">
              <a:ext uri="{FF2B5EF4-FFF2-40B4-BE49-F238E27FC236}">
                <a16:creationId xmlns:a16="http://schemas.microsoft.com/office/drawing/2014/main" id="{FF9ADDA0-2DE4-4A9D-93B7-F95219D28B5A}"/>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3DEE0CE7-A246-4B18-9238-0D4567E21CBA}"/>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32%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C948AFAD-E7A6-41C9-A457-206D585C277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26</a:t>
            </a:r>
          </a:p>
        </p:txBody>
      </p:sp>
    </p:spTree>
    <p:extLst>
      <p:ext uri="{BB962C8B-B14F-4D97-AF65-F5344CB8AC3E}">
        <p14:creationId xmlns:p14="http://schemas.microsoft.com/office/powerpoint/2010/main" val="1505345192"/>
      </p:ext>
    </p:extLst>
  </p:cSld>
</p:sld>
</file>

<file path=ppt/slides/slide2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8D2D92-59BA-41D4-A3BD-22C1B1867392}"/>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578A4DDE-78A6-4FC4-8DCE-7006E283DCB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06C0DDC-2718-4933-901F-896825B64D9E}"/>
              </a:ext>
            </a:extLst>
          </p:cNvPr>
          <p:cNvPicPr>
            <a:picLocks xmlns:a="http://schemas.openxmlformats.org/drawingml/2006/main" noChangeAspect="1"/>
          </p:cNvPicPr>
          <p:nvPr/>
        </p:nvPicPr>
        <p:blipFill>
          <a:blip xmlns:r="http://schemas.openxmlformats.org/officeDocument/2006/relationships" xmlns:a="http://schemas.openxmlformats.org/drawingml/2006/main" r:embed="Rb64591ffc448484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981AA2-9074-4B22-BADE-7AFAB5AF720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rachellouise18.rl@yahoo.com</a:t>
            </a:r>
          </a:p>
        </p:txBody>
      </p:sp>
      <p:sp>
        <p:nvSpPr>
          <p:cNvPr id="5" name="">
            <a:extLst xmlns:a="http://schemas.openxmlformats.org/drawingml/2006/main">
              <a:ext uri="{FF2B5EF4-FFF2-40B4-BE49-F238E27FC236}">
                <a16:creationId xmlns:a16="http://schemas.microsoft.com/office/drawing/2014/main" id="{FC66E744-EC3F-4B0F-95B0-E968C7A106E7}"/>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B2A05CE0-6460-44F3-9CB2-E1A7A427B7B4}"/>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1D9D2DD-8AF4-4156-84A5-18D153D610EE}"/>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@al1ceroseb</a:t>
            </a:r>
          </a:p>
        </p:txBody>
      </p:sp>
      <p:sp>
        <p:nvSpPr>
          <p:cNvPr id="8" name="">
            <a:extLst xmlns:a="http://schemas.openxmlformats.org/drawingml/2006/main">
              <a:ext uri="{FF2B5EF4-FFF2-40B4-BE49-F238E27FC236}">
                <a16:creationId xmlns:a16="http://schemas.microsoft.com/office/drawing/2014/main" id="{4139D129-3C67-4949-A80E-0C8E585A0400}"/>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8C239028-DE3A-4C96-9607-E79261477DC1}"/>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-55%</a:t>
            </a:r>
          </a:p>
        </p:txBody>
      </p:sp>
      <p:sp>
        <p:nvSpPr>
          <p:cNvPr id="10" name="">
            <a:extLst xmlns:a="http://schemas.openxmlformats.org/drawingml/2006/main">
              <a:ext uri="{FF2B5EF4-FFF2-40B4-BE49-F238E27FC236}">
                <a16:creationId xmlns:a16="http://schemas.microsoft.com/office/drawing/2014/main" id="{7118EB2B-6486-4335-BFD3-A4CBBB86FCD0}"/>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99,127  |  Oct 1-8: 45,005</a:t>
            </a:r>
          </a:p>
        </p:txBody>
      </p:sp>
      <p:sp>
        <p:nvSpPr>
          <p:cNvPr id="11" name="">
            <a:extLst xmlns:a="http://schemas.openxmlformats.org/drawingml/2006/main">
              <a:ext uri="{FF2B5EF4-FFF2-40B4-BE49-F238E27FC236}">
                <a16:creationId xmlns:a16="http://schemas.microsoft.com/office/drawing/2014/main" id="{FF01FAE9-5B01-4E1A-A4C0-E0497284F87D}"/>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916BF67-FDFD-4B06-BD26-43BA58BAB407}"/>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29% of Sep 1-8 (5/17)</a:t>
            </a:r>
          </a:p>
          <a:p xmlns:a="http://schemas.openxmlformats.org/drawingml/2006/main">
            <a:pPr>
              <a:defRPr sz="1275" b="0">
                <a:solidFill>
                  <a:srgbClr val="F7F4EC"/>
                </a:solidFill>
              </a:defRPr>
            </a:pPr>
            <a:r>
              <a:rPr sz="1275" b="0">
                <a:solidFill>
                  <a:srgbClr val="F7F4EC"/>
                </a:solidFill>
              </a:rPr>
              <a:t>Hours 55% of Sep 1-8 (14h/25h)</a:t>
            </a:r>
          </a:p>
        </p:txBody>
      </p:sp>
      <p:sp>
        <p:nvSpPr>
          <p:cNvPr id="13" name="">
            <a:extLst xmlns:a="http://schemas.openxmlformats.org/drawingml/2006/main">
              <a:ext uri="{FF2B5EF4-FFF2-40B4-BE49-F238E27FC236}">
                <a16:creationId xmlns:a16="http://schemas.microsoft.com/office/drawing/2014/main" id="{66EDA416-7BD7-4EDB-9090-5BCA74647DF3}"/>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D90742FA-9D16-450B-B208-BCCC5A7CDE92}"/>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4BBE5AAF-6362-4A3F-8E46-4DEF49F51DF0}"/>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278A907C-7CDB-4FDF-8C94-19DDAE54D2B0}"/>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@raachlouisexxx</a:t>
            </a:r>
          </a:p>
        </p:txBody>
      </p:sp>
      <p:sp>
        <p:nvSpPr>
          <p:cNvPr id="17" name="">
            <a:extLst xmlns:a="http://schemas.openxmlformats.org/drawingml/2006/main">
              <a:ext uri="{FF2B5EF4-FFF2-40B4-BE49-F238E27FC236}">
                <a16:creationId xmlns:a16="http://schemas.microsoft.com/office/drawing/2014/main" id="{84A29F05-1D2B-4BCD-971E-6CEBA2BAD93C}"/>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D23D05FC-F59A-4B1D-8670-F3AE11466443}"/>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-100%</a:t>
            </a:r>
          </a:p>
        </p:txBody>
      </p:sp>
      <p:sp>
        <p:nvSpPr>
          <p:cNvPr id="19" name="">
            <a:extLst xmlns:a="http://schemas.openxmlformats.org/drawingml/2006/main">
              <a:ext uri="{FF2B5EF4-FFF2-40B4-BE49-F238E27FC236}">
                <a16:creationId xmlns:a16="http://schemas.microsoft.com/office/drawing/2014/main" id="{011CCDE9-24E5-4BEF-89FC-1AA1C86682D0}"/>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31,692  |  Oct 1-8: 98</a:t>
            </a:r>
          </a:p>
        </p:txBody>
      </p:sp>
      <p:sp>
        <p:nvSpPr>
          <p:cNvPr id="20" name="">
            <a:extLst xmlns:a="http://schemas.openxmlformats.org/drawingml/2006/main">
              <a:ext uri="{FF2B5EF4-FFF2-40B4-BE49-F238E27FC236}">
                <a16:creationId xmlns:a16="http://schemas.microsoft.com/office/drawing/2014/main" id="{062C4535-2D28-44D9-B287-E1BF26FD094F}"/>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DECCD5C-016B-4800-BF53-68646C764679}"/>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0% of Sep 1-8</a:t>
            </a:r>
          </a:p>
        </p:txBody>
      </p:sp>
      <p:sp>
        <p:nvSpPr>
          <p:cNvPr id="22" name="">
            <a:extLst xmlns:a="http://schemas.openxmlformats.org/drawingml/2006/main">
              <a:ext uri="{FF2B5EF4-FFF2-40B4-BE49-F238E27FC236}">
                <a16:creationId xmlns:a16="http://schemas.microsoft.com/office/drawing/2014/main" id="{9BAF5D9C-6F4E-4B63-A8A7-B2CA64E6EBD5}"/>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4B3E20EF-4B66-42B8-8913-57A964454F0A}"/>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0E273A5A-857A-4612-8B01-9584B7DF7CA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27</a:t>
            </a:r>
          </a:p>
        </p:txBody>
      </p:sp>
    </p:spTree>
    <p:extLst>
      <p:ext uri="{BB962C8B-B14F-4D97-AF65-F5344CB8AC3E}">
        <p14:creationId xmlns:p14="http://schemas.microsoft.com/office/powerpoint/2010/main" val="824835164"/>
      </p:ext>
    </p:extLst>
  </p:cSld>
</p:sld>
</file>

<file path=ppt/slides/slide2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21B22AD-0027-41F6-8F48-815562BC921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9E6231AD-8D90-4613-B57F-2A7CB6A20698}"/>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AD9C493A-9C72-40E9-8220-37C6D55E31CC}"/>
              </a:ext>
            </a:extLst>
          </p:cNvPr>
          <p:cNvPicPr>
            <a:picLocks xmlns:a="http://schemas.openxmlformats.org/drawingml/2006/main" noChangeAspect="1"/>
          </p:cNvPicPr>
          <p:nvPr/>
        </p:nvPicPr>
        <p:blipFill>
          <a:blip xmlns:r="http://schemas.openxmlformats.org/officeDocument/2006/relationships" xmlns:a="http://schemas.openxmlformats.org/drawingml/2006/main" r:embed="R02b85f2725234d6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E21828-D1D5-40AC-AA4A-F72B97EA5A90}"/>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stormliveagency@outlook.com</a:t>
            </a:r>
          </a:p>
        </p:txBody>
      </p:sp>
      <p:sp>
        <p:nvSpPr>
          <p:cNvPr id="5" name="">
            <a:extLst xmlns:a="http://schemas.openxmlformats.org/drawingml/2006/main">
              <a:ext uri="{FF2B5EF4-FFF2-40B4-BE49-F238E27FC236}">
                <a16:creationId xmlns:a16="http://schemas.microsoft.com/office/drawing/2014/main" id="{994D8810-C510-42D5-B373-F69F067C0836}"/>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ACDBF0C2-985F-4AA1-B2DE-F02275628E27}"/>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1930D24-2DC4-4CA9-A1E2-31E2E17FEE42}"/>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@baby_b277</a:t>
            </a:r>
          </a:p>
        </p:txBody>
      </p:sp>
      <p:sp>
        <p:nvSpPr>
          <p:cNvPr id="8" name="">
            <a:extLst xmlns:a="http://schemas.openxmlformats.org/drawingml/2006/main">
              <a:ext uri="{FF2B5EF4-FFF2-40B4-BE49-F238E27FC236}">
                <a16:creationId xmlns:a16="http://schemas.microsoft.com/office/drawing/2014/main" id="{B26384D0-A34F-4323-92FE-42813CDFFC0D}"/>
              </a:ext>
            </a:extLst>
          </p:cNvPr>
          <p:cNvSpPr>
            <a:spLocks xmlns:a="http://schemas.openxmlformats.org/drawingml/2006/main" noGrp="1"/>
          </p:cNvSpPr>
          <p:nvPr/>
        </p:nvSpPr>
        <p:spPr>
          <a:xfrm xmlns:a="http://schemas.openxmlformats.org/drawingml/2006/main">
            <a:off x="647700" y="265747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9" name="">
            <a:extLst xmlns:a="http://schemas.openxmlformats.org/drawingml/2006/main">
              <a:ext uri="{FF2B5EF4-FFF2-40B4-BE49-F238E27FC236}">
                <a16:creationId xmlns:a16="http://schemas.microsoft.com/office/drawing/2014/main" id="{1320E85C-01B6-46FF-9993-21853A25F233}"/>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-61%</a:t>
            </a:r>
          </a:p>
        </p:txBody>
      </p:sp>
      <p:sp>
        <p:nvSpPr>
          <p:cNvPr id="10" name="">
            <a:extLst xmlns:a="http://schemas.openxmlformats.org/drawingml/2006/main">
              <a:ext uri="{FF2B5EF4-FFF2-40B4-BE49-F238E27FC236}">
                <a16:creationId xmlns:a16="http://schemas.microsoft.com/office/drawing/2014/main" id="{C4AABCC0-9655-4474-B2E0-5A8B0438891A}"/>
              </a:ext>
            </a:extLst>
          </p:cNvPr>
          <p:cNvSpPr>
            <a:spLocks xmlns:a="http://schemas.openxmlformats.org/drawingml/2006/main" noGrp="1"/>
          </p:cNvSpPr>
          <p:nvPr/>
        </p:nvSpPr>
        <p:spPr>
          <a:xfrm xmlns:a="http://schemas.openxmlformats.org/drawingml/2006/main">
            <a:off x="647700" y="32670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53,653  |  Oct 1-8: 20,876</a:t>
            </a:r>
          </a:p>
        </p:txBody>
      </p:sp>
      <p:sp>
        <p:nvSpPr>
          <p:cNvPr id="11" name="">
            <a:extLst xmlns:a="http://schemas.openxmlformats.org/drawingml/2006/main">
              <a:ext uri="{FF2B5EF4-FFF2-40B4-BE49-F238E27FC236}">
                <a16:creationId xmlns:a16="http://schemas.microsoft.com/office/drawing/2014/main" id="{D2C1C7F0-6382-4816-BD49-E64A9E18BE9A}"/>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04FFA6FD-B2AA-4A31-A1F8-E0658A89F86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23% of Sep 1-8 (30/132)</a:t>
            </a:r>
          </a:p>
          <a:p xmlns:a="http://schemas.openxmlformats.org/drawingml/2006/main">
            <a:pPr>
              <a:defRPr sz="1275" b="0">
                <a:solidFill>
                  <a:srgbClr val="F7F4EC"/>
                </a:solidFill>
              </a:defRPr>
            </a:pPr>
            <a:r>
              <a:rPr sz="1275" b="0">
                <a:solidFill>
                  <a:srgbClr val="F7F4EC"/>
                </a:solidFill>
              </a:rPr>
              <a:t>Streams 32% of Sep 1-8 (12/37)</a:t>
            </a:r>
          </a:p>
        </p:txBody>
      </p:sp>
      <p:sp>
        <p:nvSpPr>
          <p:cNvPr id="13" name="">
            <a:extLst xmlns:a="http://schemas.openxmlformats.org/drawingml/2006/main">
              <a:ext uri="{FF2B5EF4-FFF2-40B4-BE49-F238E27FC236}">
                <a16:creationId xmlns:a16="http://schemas.microsoft.com/office/drawing/2014/main" id="{E657464B-7622-4462-BDD6-01E6613BEAB2}"/>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D5107FBB-A360-4CD7-AD97-7D48CCA89B2B}"/>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71A720F-5035-445A-B9F6-B4C9B11CBE07}"/>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88B352DD-FFA4-4E75-A732-3698D967504F}"/>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@hannakingwoodward</a:t>
            </a:r>
          </a:p>
        </p:txBody>
      </p:sp>
      <p:sp>
        <p:nvSpPr>
          <p:cNvPr id="17" name="">
            <a:extLst xmlns:a="http://schemas.openxmlformats.org/drawingml/2006/main">
              <a:ext uri="{FF2B5EF4-FFF2-40B4-BE49-F238E27FC236}">
                <a16:creationId xmlns:a16="http://schemas.microsoft.com/office/drawing/2014/main" id="{DB87E3BA-E53A-4DCE-ADA2-D4E6B995EF7A}"/>
              </a:ext>
            </a:extLst>
          </p:cNvPr>
          <p:cNvSpPr>
            <a:spLocks xmlns:a="http://schemas.openxmlformats.org/drawingml/2006/main" noGrp="1"/>
          </p:cNvSpPr>
          <p:nvPr/>
        </p:nvSpPr>
        <p:spPr>
          <a:xfrm xmlns:a="http://schemas.openxmlformats.org/drawingml/2006/main">
            <a:off x="647700" y="4162425"/>
            <a:ext cx="228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DOWN VS SEP 1-8</a:t>
            </a:r>
          </a:p>
        </p:txBody>
      </p:sp>
      <p:sp>
        <p:nvSpPr>
          <p:cNvPr id="18" name="">
            <a:extLst xmlns:a="http://schemas.openxmlformats.org/drawingml/2006/main">
              <a:ext uri="{FF2B5EF4-FFF2-40B4-BE49-F238E27FC236}">
                <a16:creationId xmlns:a16="http://schemas.microsoft.com/office/drawing/2014/main" id="{C3F7AC50-A7C0-4149-B164-950759DEED62}"/>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-61%</a:t>
            </a:r>
          </a:p>
        </p:txBody>
      </p:sp>
      <p:sp>
        <p:nvSpPr>
          <p:cNvPr id="19" name="">
            <a:extLst xmlns:a="http://schemas.openxmlformats.org/drawingml/2006/main">
              <a:ext uri="{FF2B5EF4-FFF2-40B4-BE49-F238E27FC236}">
                <a16:creationId xmlns:a16="http://schemas.microsoft.com/office/drawing/2014/main" id="{29EF2DE4-729F-4A98-BBD9-23881E6B699A}"/>
              </a:ext>
            </a:extLst>
          </p:cNvPr>
          <p:cNvSpPr>
            <a:spLocks xmlns:a="http://schemas.openxmlformats.org/drawingml/2006/main" noGrp="1"/>
          </p:cNvSpPr>
          <p:nvPr/>
        </p:nvSpPr>
        <p:spPr>
          <a:xfrm xmlns:a="http://schemas.openxmlformats.org/drawingml/2006/main">
            <a:off x="647700" y="4772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 1-8: 49,468  |  Oct 1-8: 19,134</a:t>
            </a:r>
          </a:p>
        </p:txBody>
      </p:sp>
      <p:sp>
        <p:nvSpPr>
          <p:cNvPr id="20" name="">
            <a:extLst xmlns:a="http://schemas.openxmlformats.org/drawingml/2006/main">
              <a:ext uri="{FF2B5EF4-FFF2-40B4-BE49-F238E27FC236}">
                <a16:creationId xmlns:a16="http://schemas.microsoft.com/office/drawing/2014/main" id="{2971D061-0E64-4E40-8F15-7C474DCE463F}"/>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AD01CCF7-BCD7-4DB3-8861-12EF35182730}"/>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39% of Sep 1-8 (19.1k/49.5k)</a:t>
            </a:r>
          </a:p>
          <a:p xmlns:a="http://schemas.openxmlformats.org/drawingml/2006/main">
            <a:pPr>
              <a:defRPr sz="1275" b="0">
                <a:solidFill>
                  <a:srgbClr val="F7F4EC"/>
                </a:solidFill>
              </a:defRPr>
            </a:pPr>
            <a:r>
              <a:rPr sz="1275" b="0">
                <a:solidFill>
                  <a:srgbClr val="F7F4EC"/>
                </a:solidFill>
              </a:rPr>
              <a:t>Hours 83% of Sep 1-8 (7h/9h)</a:t>
            </a:r>
          </a:p>
        </p:txBody>
      </p:sp>
      <p:sp>
        <p:nvSpPr>
          <p:cNvPr id="22" name="">
            <a:extLst xmlns:a="http://schemas.openxmlformats.org/drawingml/2006/main">
              <a:ext uri="{FF2B5EF4-FFF2-40B4-BE49-F238E27FC236}">
                <a16:creationId xmlns:a16="http://schemas.microsoft.com/office/drawing/2014/main" id="{5C95AB24-5849-4E7C-81FD-F547205271E3}"/>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D53A53C8-A546-449C-AE46-93B804F24DCD}"/>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020A5025-3B71-4C34-8193-4FC043BE4F0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28</a:t>
            </a:r>
          </a:p>
        </p:txBody>
      </p:sp>
    </p:spTree>
    <p:extLst>
      <p:ext uri="{BB962C8B-B14F-4D97-AF65-F5344CB8AC3E}">
        <p14:creationId xmlns:p14="http://schemas.microsoft.com/office/powerpoint/2010/main" val="1153988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2026-10-09T13:42:47.1730000Z</dcterms:created>
  <dcterms:modified xsi:type="dcterms:W3CDTF">2026-10-09T13:42:47.1730000Z</dcterms:modified>
</coreProperties>
</file>