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10001f917a469a" /><Relationship Type="http://schemas.openxmlformats.org/officeDocument/2006/relationships/extended-properties" Target="/docProps/app.xml" Id="R898693402a9f49d4" /><Relationship Type="http://schemas.openxmlformats.org/officeDocument/2006/relationships/officeDocument" Target="/ppt/presentation.xml" Id="Rf6e9a5064fc540a3" /></Relationships>
</file>

<file path=ppt/presentation.xml><?xml version="1.0" encoding="utf-8"?>
<p:presentation xmlns:p="http://schemas.openxmlformats.org/presentationml/2006/main">
  <p:sldMasterIdLst>
    <p:sldMasterId xmlns:r="http://schemas.openxmlformats.org/officeDocument/2006/relationships" id="2147483648" r:id="R8e10a59d21254b1d"/>
  </p:sldMasterIdLst>
  <p:notesMasterIdLst>
    <p:notesMasterId xmlns:r="http://schemas.openxmlformats.org/officeDocument/2006/relationships" r:id="R10622de1b33d410b"/>
  </p:notesMasterIdLst>
  <p:sldIdLst>
    <p:sldId xmlns:r="http://schemas.openxmlformats.org/officeDocument/2006/relationships" id="256" r:id="R1c4103c93fec43ea"/>
    <p:sldId xmlns:r="http://schemas.openxmlformats.org/officeDocument/2006/relationships" id="257" r:id="R2209589448fd4171"/>
    <p:sldId xmlns:r="http://schemas.openxmlformats.org/officeDocument/2006/relationships" id="258" r:id="Rbd6c95ae078e46c5"/>
    <p:sldId xmlns:r="http://schemas.openxmlformats.org/officeDocument/2006/relationships" id="259" r:id="R9548dd06869a4d52"/>
    <p:sldId xmlns:r="http://schemas.openxmlformats.org/officeDocument/2006/relationships" id="260" r:id="Rb093f8adbc2a4391"/>
    <p:sldId xmlns:r="http://schemas.openxmlformats.org/officeDocument/2006/relationships" id="261" r:id="R3e4ef78379eb4d99"/>
    <p:sldId xmlns:r="http://schemas.openxmlformats.org/officeDocument/2006/relationships" id="262" r:id="R0f903d1347594146"/>
    <p:sldId xmlns:r="http://schemas.openxmlformats.org/officeDocument/2006/relationships" id="263" r:id="R64fc63c3b35a4cc8"/>
    <p:sldId xmlns:r="http://schemas.openxmlformats.org/officeDocument/2006/relationships" id="264" r:id="R14be7939813c4990"/>
    <p:sldId xmlns:r="http://schemas.openxmlformats.org/officeDocument/2006/relationships" id="265" r:id="R2dc6b262a204496d"/>
    <p:sldId xmlns:r="http://schemas.openxmlformats.org/officeDocument/2006/relationships" id="266" r:id="R680ddd5b049b47cb"/>
    <p:sldId xmlns:r="http://schemas.openxmlformats.org/officeDocument/2006/relationships" id="267" r:id="Rc4795f2528a24b4a"/>
    <p:sldId xmlns:r="http://schemas.openxmlformats.org/officeDocument/2006/relationships" id="268" r:id="R524b811bb05a4df8"/>
    <p:sldId xmlns:r="http://schemas.openxmlformats.org/officeDocument/2006/relationships" id="269" r:id="R6e5208231a364961"/>
    <p:sldId xmlns:r="http://schemas.openxmlformats.org/officeDocument/2006/relationships" id="270" r:id="Ref82aa16b1f9433e"/>
    <p:sldId xmlns:r="http://schemas.openxmlformats.org/officeDocument/2006/relationships" id="271" r:id="R8260bb0de0f54598"/>
    <p:sldId xmlns:r="http://schemas.openxmlformats.org/officeDocument/2006/relationships" id="272" r:id="R99ffe06723bd40c4"/>
    <p:sldId xmlns:r="http://schemas.openxmlformats.org/officeDocument/2006/relationships" id="273" r:id="Recd8e49d9b774036"/>
    <p:sldId xmlns:r="http://schemas.openxmlformats.org/officeDocument/2006/relationships" id="274" r:id="R57f972479c8f4036"/>
    <p:sldId xmlns:r="http://schemas.openxmlformats.org/officeDocument/2006/relationships" id="275" r:id="Rc8ef6a7837cb48a9"/>
    <p:sldId xmlns:r="http://schemas.openxmlformats.org/officeDocument/2006/relationships" id="276" r:id="R6da6fe9d3d4c4eae"/>
    <p:sldId xmlns:r="http://schemas.openxmlformats.org/officeDocument/2006/relationships" id="277" r:id="R5ab924883add4b01"/>
    <p:sldId xmlns:r="http://schemas.openxmlformats.org/officeDocument/2006/relationships" id="278" r:id="R9b54eff857d44a1a"/>
    <p:sldId xmlns:r="http://schemas.openxmlformats.org/officeDocument/2006/relationships" id="279" r:id="R72112d63934a413c"/>
    <p:sldId xmlns:r="http://schemas.openxmlformats.org/officeDocument/2006/relationships" id="280" r:id="R69c343232bb74f1b"/>
    <p:sldId xmlns:r="http://schemas.openxmlformats.org/officeDocument/2006/relationships" id="281" r:id="R7ee4bd1541c24049"/>
    <p:sldId xmlns:r="http://schemas.openxmlformats.org/officeDocument/2006/relationships" id="282" r:id="Ra30df1655d3945ab"/>
    <p:sldId xmlns:r="http://schemas.openxmlformats.org/officeDocument/2006/relationships" id="283" r:id="Re7ea0596654349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48fff0672840f2" /><Relationship Type="http://schemas.openxmlformats.org/officeDocument/2006/relationships/slideMaster" Target="/ppt/slideMasters/slideMaster1.xml" Id="R8e10a59d21254b1d" /><Relationship Type="http://schemas.openxmlformats.org/officeDocument/2006/relationships/notesMaster" Target="/ppt/notesMasters/notesMaster1.xml" Id="R10622de1b33d410b" /><Relationship Type="http://schemas.openxmlformats.org/officeDocument/2006/relationships/presProps" Target="/ppt/presProps.xml" Id="Rd0d36436891040f8" /><Relationship Type="http://schemas.openxmlformats.org/officeDocument/2006/relationships/tableStyles" Target="/ppt/tableStyles.xml" Id="R48a4ac292aba4960" /><Relationship Type="http://schemas.openxmlformats.org/officeDocument/2006/relationships/slide" Target="/ppt/slides/slide1.xml" Id="R1c4103c93fec43ea" /><Relationship Type="http://schemas.openxmlformats.org/officeDocument/2006/relationships/slide" Target="/ppt/slides/slide2.xml" Id="R2209589448fd4171" /><Relationship Type="http://schemas.openxmlformats.org/officeDocument/2006/relationships/slide" Target="/ppt/slides/slide3.xml" Id="Rbd6c95ae078e46c5" /><Relationship Type="http://schemas.openxmlformats.org/officeDocument/2006/relationships/slide" Target="/ppt/slides/slide4.xml" Id="R9548dd06869a4d52" /><Relationship Type="http://schemas.openxmlformats.org/officeDocument/2006/relationships/slide" Target="/ppt/slides/slide5.xml" Id="Rb093f8adbc2a4391" /><Relationship Type="http://schemas.openxmlformats.org/officeDocument/2006/relationships/slide" Target="/ppt/slides/slide6.xml" Id="R3e4ef78379eb4d99" /><Relationship Type="http://schemas.openxmlformats.org/officeDocument/2006/relationships/slide" Target="/ppt/slides/slide7.xml" Id="R0f903d1347594146" /><Relationship Type="http://schemas.openxmlformats.org/officeDocument/2006/relationships/slide" Target="/ppt/slides/slide8.xml" Id="R64fc63c3b35a4cc8" /><Relationship Type="http://schemas.openxmlformats.org/officeDocument/2006/relationships/slide" Target="/ppt/slides/slide9.xml" Id="R14be7939813c4990" /><Relationship Type="http://schemas.openxmlformats.org/officeDocument/2006/relationships/slide" Target="/ppt/slides/slide10.xml" Id="R2dc6b262a204496d" /><Relationship Type="http://schemas.openxmlformats.org/officeDocument/2006/relationships/slide" Target="/ppt/slides/slide11.xml" Id="R680ddd5b049b47cb" /><Relationship Type="http://schemas.openxmlformats.org/officeDocument/2006/relationships/slide" Target="/ppt/slides/slide12.xml" Id="Rc4795f2528a24b4a" /><Relationship Type="http://schemas.openxmlformats.org/officeDocument/2006/relationships/slide" Target="/ppt/slides/slide13.xml" Id="R524b811bb05a4df8" /><Relationship Type="http://schemas.openxmlformats.org/officeDocument/2006/relationships/slide" Target="/ppt/slides/slide14.xml" Id="R6e5208231a364961" /><Relationship Type="http://schemas.openxmlformats.org/officeDocument/2006/relationships/slide" Target="/ppt/slides/slide15.xml" Id="Ref82aa16b1f9433e" /><Relationship Type="http://schemas.openxmlformats.org/officeDocument/2006/relationships/slide" Target="/ppt/slides/slide16.xml" Id="R8260bb0de0f54598" /><Relationship Type="http://schemas.openxmlformats.org/officeDocument/2006/relationships/slide" Target="/ppt/slides/slide17.xml" Id="R99ffe06723bd40c4" /><Relationship Type="http://schemas.openxmlformats.org/officeDocument/2006/relationships/slide" Target="/ppt/slides/slide18.xml" Id="Recd8e49d9b774036" /><Relationship Type="http://schemas.openxmlformats.org/officeDocument/2006/relationships/slide" Target="/ppt/slides/slide19.xml" Id="R57f972479c8f4036" /><Relationship Type="http://schemas.openxmlformats.org/officeDocument/2006/relationships/slide" Target="/ppt/slides/slide20.xml" Id="Rc8ef6a7837cb48a9" /><Relationship Type="http://schemas.openxmlformats.org/officeDocument/2006/relationships/slide" Target="/ppt/slides/slide21.xml" Id="R6da6fe9d3d4c4eae" /><Relationship Type="http://schemas.openxmlformats.org/officeDocument/2006/relationships/slide" Target="/ppt/slides/slide22.xml" Id="R5ab924883add4b01" /><Relationship Type="http://schemas.openxmlformats.org/officeDocument/2006/relationships/slide" Target="/ppt/slides/slide23.xml" Id="R9b54eff857d44a1a" /><Relationship Type="http://schemas.openxmlformats.org/officeDocument/2006/relationships/slide" Target="/ppt/slides/slide24.xml" Id="R72112d63934a413c" /><Relationship Type="http://schemas.openxmlformats.org/officeDocument/2006/relationships/slide" Target="/ppt/slides/slide25.xml" Id="R69c343232bb74f1b" /><Relationship Type="http://schemas.openxmlformats.org/officeDocument/2006/relationships/slide" Target="/ppt/slides/slide26.xml" Id="R7ee4bd1541c24049" /><Relationship Type="http://schemas.openxmlformats.org/officeDocument/2006/relationships/slide" Target="/ppt/slides/slide27.xml" Id="Ra30df1655d3945ab" /><Relationship Type="http://schemas.openxmlformats.org/officeDocument/2006/relationships/slide" Target="/ppt/slides/slide28.xml" Id="Re7ea0596654349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2411d4fd2449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9c561cee5546ad" /><Relationship Type="http://schemas.openxmlformats.org/officeDocument/2006/relationships/notesMaster" Target="/ppt/notesMasters/notesMaster1.xml" Id="R9e596314b1024c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b8f2ccb6f94b73" /><Relationship Type="http://schemas.openxmlformats.org/officeDocument/2006/relationships/notesMaster" Target="/ppt/notesMasters/notesMaster1.xml" Id="R0690eeb8083846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4d1e77f1c5463a" /><Relationship Type="http://schemas.openxmlformats.org/officeDocument/2006/relationships/notesMaster" Target="/ppt/notesMasters/notesMaster1.xml" Id="R495d9280ef3542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19e99dcf0348ea" /><Relationship Type="http://schemas.openxmlformats.org/officeDocument/2006/relationships/notesMaster" Target="/ppt/notesMasters/notesMaster1.xml" Id="R82c1a8d476f947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416648312a4f7b" /><Relationship Type="http://schemas.openxmlformats.org/officeDocument/2006/relationships/notesMaster" Target="/ppt/notesMasters/notesMaster1.xml" Id="R09bf591ff1ec4e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6b744809c64e8e" /><Relationship Type="http://schemas.openxmlformats.org/officeDocument/2006/relationships/notesMaster" Target="/ppt/notesMasters/notesMaster1.xml" Id="Rdf8c36d0394640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bf85bce83e4ea6" /><Relationship Type="http://schemas.openxmlformats.org/officeDocument/2006/relationships/notesMaster" Target="/ppt/notesMasters/notesMaster1.xml" Id="R027c5b8986be4c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1e5007439e447f" /><Relationship Type="http://schemas.openxmlformats.org/officeDocument/2006/relationships/notesMaster" Target="/ppt/notesMasters/notesMaster1.xml" Id="R9790e2c7d06842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f8d7a0f911420f" /><Relationship Type="http://schemas.openxmlformats.org/officeDocument/2006/relationships/notesMaster" Target="/ppt/notesMasters/notesMaster1.xml" Id="R6e66a118a3334a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061f7775a54c77" /><Relationship Type="http://schemas.openxmlformats.org/officeDocument/2006/relationships/notesMaster" Target="/ppt/notesMasters/notesMaster1.xml" Id="Rd140d74fa00e4c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143d343a574d10" /><Relationship Type="http://schemas.openxmlformats.org/officeDocument/2006/relationships/notesMaster" Target="/ppt/notesMasters/notesMaster1.xml" Id="Ra09d3cb1d6b046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25ec2abb6b4673" /><Relationship Type="http://schemas.openxmlformats.org/officeDocument/2006/relationships/notesMaster" Target="/ppt/notesMasters/notesMaster1.xml" Id="Rcf1e0f8f3b3840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8e401fc2f044fc" /><Relationship Type="http://schemas.openxmlformats.org/officeDocument/2006/relationships/notesMaster" Target="/ppt/notesMasters/notesMaster1.xml" Id="Rbbc5bdb3f6b641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a93189d0f54e0b" /><Relationship Type="http://schemas.openxmlformats.org/officeDocument/2006/relationships/notesMaster" Target="/ppt/notesMasters/notesMaster1.xml" Id="Re0e487dbde2847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1c1753edf540f2" /><Relationship Type="http://schemas.openxmlformats.org/officeDocument/2006/relationships/notesMaster" Target="/ppt/notesMasters/notesMaster1.xml" Id="Rf65af3ec288648d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cc12d76f58c46b6" /><Relationship Type="http://schemas.openxmlformats.org/officeDocument/2006/relationships/notesMaster" Target="/ppt/notesMasters/notesMaster1.xml" Id="R88312a516dc342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bafd1f60d3468d" /><Relationship Type="http://schemas.openxmlformats.org/officeDocument/2006/relationships/notesMaster" Target="/ppt/notesMasters/notesMaster1.xml" Id="R546a90b4dabf4af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6957fa24394d78" /><Relationship Type="http://schemas.openxmlformats.org/officeDocument/2006/relationships/notesMaster" Target="/ppt/notesMasters/notesMaster1.xml" Id="R0de54f3ced94478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7a719af51ce499a" /><Relationship Type="http://schemas.openxmlformats.org/officeDocument/2006/relationships/notesMaster" Target="/ppt/notesMasters/notesMaster1.xml" Id="Rd5022117a1ba41a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533bd6186b544c2" /><Relationship Type="http://schemas.openxmlformats.org/officeDocument/2006/relationships/notesMaster" Target="/ppt/notesMasters/notesMaster1.xml" Id="R6a649ae8f1fe4d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13542221494773" /><Relationship Type="http://schemas.openxmlformats.org/officeDocument/2006/relationships/notesMaster" Target="/ppt/notesMasters/notesMaster1.xml" Id="Rd5f1b37e239a419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0e9f9e7eadf41de" /><Relationship Type="http://schemas.openxmlformats.org/officeDocument/2006/relationships/notesMaster" Target="/ppt/notesMasters/notesMaster1.xml" Id="Rea1c0fe1db50406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b1bb87f6aa54172" /><Relationship Type="http://schemas.openxmlformats.org/officeDocument/2006/relationships/notesMaster" Target="/ppt/notesMasters/notesMaster1.xml" Id="Raf5e6803dda642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c1ef486ad3848c3" /><Relationship Type="http://schemas.openxmlformats.org/officeDocument/2006/relationships/notesMaster" Target="/ppt/notesMasters/notesMaster1.xml" Id="Rd8d60762e89b4f4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8daabe3eb664ff1" /><Relationship Type="http://schemas.openxmlformats.org/officeDocument/2006/relationships/notesMaster" Target="/ppt/notesMasters/notesMaster1.xml" Id="Ree0f31f949f84c4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ff7ab64934241e2" /><Relationship Type="http://schemas.openxmlformats.org/officeDocument/2006/relationships/notesMaster" Target="/ppt/notesMasters/notesMaster1.xml" Id="R74ee34724392425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cec8951de804fd9" /><Relationship Type="http://schemas.openxmlformats.org/officeDocument/2006/relationships/notesMaster" Target="/ppt/notesMasters/notesMaster1.xml" Id="R55103e343ec8464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d73d347fae54096" /><Relationship Type="http://schemas.openxmlformats.org/officeDocument/2006/relationships/notesMaster" Target="/ppt/notesMasters/notesMaster1.xml" Id="R332b2077fc7041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48cda39bc942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51a5a8ef30464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24c73231f24ea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1b744de4a846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a4a7cf995449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8677d43e9246e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AF32BC-2D23-4879-A5C5-0A673373C3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9DDCB9-772B-439E-B44D-47D0E04A53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321E0A2-CD2C-47FB-8FDD-B8002FB208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6250FD-4704-4243-AAA5-577952DBAA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F79FC81-DA77-46D8-B5F9-7F216FD760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61450F-95E7-442E-A1C0-07B8F6140C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0D64E4-20B5-4746-8634-874A57FC79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78DD99E-AD4D-41A5-A18E-65C5D6B5CED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37614A-0AB4-4127-BE17-C0F54E1127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0FDA6A-3424-45EF-BE63-0F85284B09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467911a1904d70" /><Relationship Type="http://schemas.openxmlformats.org/officeDocument/2006/relationships/slideLayout" Target="/ppt/slideLayouts/slideLayout1.xml" Id="Rd41499a7733f44ef" /><Relationship Type="http://schemas.openxmlformats.org/officeDocument/2006/relationships/slideLayout" Target="/ppt/slideLayouts/slideLayout2.xml" Id="R43b7d3671826494c" /><Relationship Type="http://schemas.openxmlformats.org/officeDocument/2006/relationships/slideLayout" Target="/ppt/slideLayouts/slideLayout3.xml" Id="R067700e770a545df" /><Relationship Type="http://schemas.openxmlformats.org/officeDocument/2006/relationships/slideLayout" Target="/ppt/slideLayouts/slideLayout4.xml" Id="R36c734d2660e4816" /><Relationship Type="http://schemas.openxmlformats.org/officeDocument/2006/relationships/slideLayout" Target="/ppt/slideLayouts/slideLayout5.xml" Id="R0b00bd6505224951" /><Relationship Type="http://schemas.openxmlformats.org/officeDocument/2006/relationships/slideLayout" Target="/ppt/slideLayouts/slideLayout6.xml" Id="R8c3200a0c7844d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1499a7733f44ef"/>
    <p:sldLayoutId xmlns:r="http://schemas.openxmlformats.org/officeDocument/2006/relationships" id="2147483650" r:id="R43b7d3671826494c"/>
    <p:sldLayoutId xmlns:r="http://schemas.openxmlformats.org/officeDocument/2006/relationships" id="2147483651" r:id="R067700e770a545df"/>
    <p:sldLayoutId xmlns:r="http://schemas.openxmlformats.org/officeDocument/2006/relationships" id="2147483652" r:id="R36c734d2660e4816"/>
    <p:sldLayoutId xmlns:r="http://schemas.openxmlformats.org/officeDocument/2006/relationships" id="2147483653" r:id="R0b00bd6505224951"/>
    <p:sldLayoutId xmlns:r="http://schemas.openxmlformats.org/officeDocument/2006/relationships" id="2147483654" r:id="R8c3200a0c7844d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40f72c80ef4be9" /><Relationship Type="http://schemas.openxmlformats.org/officeDocument/2006/relationships/image" Target="/ppt/media/image.png" Id="R7f26d0f7837040cc" /><Relationship Type="http://schemas.openxmlformats.org/officeDocument/2006/relationships/notesSlide" Target="/ppt/notesSlides/notesSlide1.xml" Id="Rabe500def21547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ea2a5bc93d44c74" /><Relationship Type="http://schemas.openxmlformats.org/officeDocument/2006/relationships/image" Target="/ppt/media/image2.png" Id="R37fe1ecdf17b490e" /><Relationship Type="http://schemas.openxmlformats.org/officeDocument/2006/relationships/notesSlide" Target="/ppt/notesSlides/notesSlide2.xml" Id="Rc56a13f0a0784c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4395fd1e1945cf" /><Relationship Type="http://schemas.openxmlformats.org/officeDocument/2006/relationships/image" Target="/ppt/media/image3.png" Id="R54ebcb754eb242ed" /><Relationship Type="http://schemas.openxmlformats.org/officeDocument/2006/relationships/notesSlide" Target="/ppt/notesSlides/notesSlide3.xml" Id="Rd46293945af941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e80a58f3824a90" /><Relationship Type="http://schemas.openxmlformats.org/officeDocument/2006/relationships/image" Target="/ppt/media/image4.png" Id="Rc7a806846f584921" /><Relationship Type="http://schemas.openxmlformats.org/officeDocument/2006/relationships/notesSlide" Target="/ppt/notesSlides/notesSlide4.xml" Id="Rb642af6bb7ee41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fd17f0f90784411" /><Relationship Type="http://schemas.openxmlformats.org/officeDocument/2006/relationships/image" Target="/ppt/media/image5.png" Id="R705d398cb50a4682" /><Relationship Type="http://schemas.openxmlformats.org/officeDocument/2006/relationships/notesSlide" Target="/ppt/notesSlides/notesSlide5.xml" Id="R78c65982d16142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ebfdf4ce3e340bf" /><Relationship Type="http://schemas.openxmlformats.org/officeDocument/2006/relationships/image" Target="/ppt/media/image6.png" Id="Ra792e59342db4511" /><Relationship Type="http://schemas.openxmlformats.org/officeDocument/2006/relationships/notesSlide" Target="/ppt/notesSlides/notesSlide6.xml" Id="R37bf6d409fc44d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14e258c00134f1e" /><Relationship Type="http://schemas.openxmlformats.org/officeDocument/2006/relationships/image" Target="/ppt/media/image7.png" Id="Re84519f08c2d4a6d" /><Relationship Type="http://schemas.openxmlformats.org/officeDocument/2006/relationships/notesSlide" Target="/ppt/notesSlides/notesSlide7.xml" Id="Re0e7dbb52fe04f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a0fbe9c45414efc" /><Relationship Type="http://schemas.openxmlformats.org/officeDocument/2006/relationships/image" Target="/ppt/media/image8.png" Id="Rbb0e9c8dcbff4b86" /><Relationship Type="http://schemas.openxmlformats.org/officeDocument/2006/relationships/notesSlide" Target="/ppt/notesSlides/notesSlide8.xml" Id="Rb06392dfd47e49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a32c4e92fe4508" /><Relationship Type="http://schemas.openxmlformats.org/officeDocument/2006/relationships/image" Target="/ppt/media/image9.png" Id="R3af9a87b1b5c478f" /><Relationship Type="http://schemas.openxmlformats.org/officeDocument/2006/relationships/notesSlide" Target="/ppt/notesSlides/notesSlide9.xml" Id="R0203d61bd1f14c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eea1e3b06964435" /><Relationship Type="http://schemas.openxmlformats.org/officeDocument/2006/relationships/image" Target="/ppt/media/image10.png" Id="R3959ba0ea0a44ce8" /><Relationship Type="http://schemas.openxmlformats.org/officeDocument/2006/relationships/notesSlide" Target="/ppt/notesSlides/notesSlide10.xml" Id="R9af9d7ea8cb546e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70b0dd2947b40d3" /><Relationship Type="http://schemas.openxmlformats.org/officeDocument/2006/relationships/image" Target="/ppt/media/image11.png" Id="Rd90a304f63f74ffd" /><Relationship Type="http://schemas.openxmlformats.org/officeDocument/2006/relationships/notesSlide" Target="/ppt/notesSlides/notesSlide11.xml" Id="R77d78447f33444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f31085b76bb49db" /><Relationship Type="http://schemas.openxmlformats.org/officeDocument/2006/relationships/image" Target="/ppt/media/image12.png" Id="R4aecec5dc6d24cec" /><Relationship Type="http://schemas.openxmlformats.org/officeDocument/2006/relationships/notesSlide" Target="/ppt/notesSlides/notesSlide12.xml" Id="R1279ce075f4b45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3f4cb40023f40e6" /><Relationship Type="http://schemas.openxmlformats.org/officeDocument/2006/relationships/image" Target="/ppt/media/image13.png" Id="Rdde19cf5dcb946d9" /><Relationship Type="http://schemas.openxmlformats.org/officeDocument/2006/relationships/notesSlide" Target="/ppt/notesSlides/notesSlide13.xml" Id="R18d65189cede47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aef74c0e66a4056" /><Relationship Type="http://schemas.openxmlformats.org/officeDocument/2006/relationships/image" Target="/ppt/media/image14.png" Id="R85cff92683854149" /><Relationship Type="http://schemas.openxmlformats.org/officeDocument/2006/relationships/notesSlide" Target="/ppt/notesSlides/notesSlide14.xml" Id="R7692b01f890542f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fb48010689d4686" /><Relationship Type="http://schemas.openxmlformats.org/officeDocument/2006/relationships/image" Target="/ppt/media/image15.png" Id="R9eb050707c734d38" /><Relationship Type="http://schemas.openxmlformats.org/officeDocument/2006/relationships/notesSlide" Target="/ppt/notesSlides/notesSlide15.xml" Id="R83ca3aebc5244c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1d6b766363b4a29" /><Relationship Type="http://schemas.openxmlformats.org/officeDocument/2006/relationships/image" Target="/ppt/media/image16.png" Id="Rd4901604a8944353" /><Relationship Type="http://schemas.openxmlformats.org/officeDocument/2006/relationships/notesSlide" Target="/ppt/notesSlides/notesSlide16.xml" Id="R7519f5b10e644f4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2edafc9695d40a2" /><Relationship Type="http://schemas.openxmlformats.org/officeDocument/2006/relationships/image" Target="/ppt/media/image17.png" Id="Ra41d628cc600456b" /><Relationship Type="http://schemas.openxmlformats.org/officeDocument/2006/relationships/notesSlide" Target="/ppt/notesSlides/notesSlide17.xml" Id="R2065fbc543e647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fd4b1e2e4274246" /><Relationship Type="http://schemas.openxmlformats.org/officeDocument/2006/relationships/image" Target="/ppt/media/image18.png" Id="Ra0c4360812b245bf" /><Relationship Type="http://schemas.openxmlformats.org/officeDocument/2006/relationships/notesSlide" Target="/ppt/notesSlides/notesSlide18.xml" Id="R1e46a1720fdd44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b555d75b8944c57" /><Relationship Type="http://schemas.openxmlformats.org/officeDocument/2006/relationships/image" Target="/ppt/media/image19.png" Id="R3852cca6ba164a30" /><Relationship Type="http://schemas.openxmlformats.org/officeDocument/2006/relationships/notesSlide" Target="/ppt/notesSlides/notesSlide19.xml" Id="Rd35a174dbe0b43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01066e962354643" /><Relationship Type="http://schemas.openxmlformats.org/officeDocument/2006/relationships/image" Target="/ppt/media/image20.png" Id="Rd39e2c32ebf644b0" /><Relationship Type="http://schemas.openxmlformats.org/officeDocument/2006/relationships/notesSlide" Target="/ppt/notesSlides/notesSlide20.xml" Id="Rb5c93797c53d430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51b20e7d2c648f5" /><Relationship Type="http://schemas.openxmlformats.org/officeDocument/2006/relationships/image" Target="/ppt/media/image21.png" Id="R78ad879583f047cf" /><Relationship Type="http://schemas.openxmlformats.org/officeDocument/2006/relationships/notesSlide" Target="/ppt/notesSlides/notesSlide21.xml" Id="R4f9b0374355846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d462d4702294bae" /><Relationship Type="http://schemas.openxmlformats.org/officeDocument/2006/relationships/image" Target="/ppt/media/image22.png" Id="R694b2c3a5697437e" /><Relationship Type="http://schemas.openxmlformats.org/officeDocument/2006/relationships/notesSlide" Target="/ppt/notesSlides/notesSlide22.xml" Id="Receafb6982224c0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8e146652dc54d13" /><Relationship Type="http://schemas.openxmlformats.org/officeDocument/2006/relationships/image" Target="/ppt/media/image23.png" Id="R58cba039a1954f60" /><Relationship Type="http://schemas.openxmlformats.org/officeDocument/2006/relationships/notesSlide" Target="/ppt/notesSlides/notesSlide23.xml" Id="R5f058f9b6c0f4df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64dc26e87dd4c70" /><Relationship Type="http://schemas.openxmlformats.org/officeDocument/2006/relationships/image" Target="/ppt/media/image24.png" Id="R35dd22b25ed14d89" /><Relationship Type="http://schemas.openxmlformats.org/officeDocument/2006/relationships/notesSlide" Target="/ppt/notesSlides/notesSlide24.xml" Id="R7ea57dbda3a74a4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57c8512436049a5" /><Relationship Type="http://schemas.openxmlformats.org/officeDocument/2006/relationships/image" Target="/ppt/media/image25.png" Id="R56212e6d6d064c68" /><Relationship Type="http://schemas.openxmlformats.org/officeDocument/2006/relationships/notesSlide" Target="/ppt/notesSlides/notesSlide25.xml" Id="Ra26bfdaf107e418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9797faffdfc4e5e" /><Relationship Type="http://schemas.openxmlformats.org/officeDocument/2006/relationships/image" Target="/ppt/media/image26.png" Id="R5601cfa903c24e2c" /><Relationship Type="http://schemas.openxmlformats.org/officeDocument/2006/relationships/notesSlide" Target="/ppt/notesSlides/notesSlide26.xml" Id="R205f3aa651644bc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bde50f60a9b4f9c" /><Relationship Type="http://schemas.openxmlformats.org/officeDocument/2006/relationships/image" Target="/ppt/media/image27.png" Id="Rdd52b38555004482" /><Relationship Type="http://schemas.openxmlformats.org/officeDocument/2006/relationships/notesSlide" Target="/ppt/notesSlides/notesSlide27.xml" Id="Re775aac6f89a4a6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d1d972078a04e85" /><Relationship Type="http://schemas.openxmlformats.org/officeDocument/2006/relationships/image" Target="/ppt/media/image28.png" Id="Rb47a057df91141aa" /><Relationship Type="http://schemas.openxmlformats.org/officeDocument/2006/relationships/notesSlide" Target="/ppt/notesSlides/notesSlide28.xml" Id="R946aa9c1624b406e" /></Relationships>
</file>

<file path=ppt/slides/slide1.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9E95AC4-6C81-4157-A28A-C765093ADF98}"/>
              </a:ext>
            </a:extLst>
          </p:cNvPr>
          <p:cNvPicPr>
            <a:picLocks xmlns:a="http://schemas.openxmlformats.org/drawingml/2006/main" noChangeAspect="1"/>
          </p:cNvPicPr>
          <p:nvPr/>
        </p:nvPicPr>
        <p:blipFill>
          <a:blip xmlns:r="http://schemas.openxmlformats.org/officeDocument/2006/relationships" xmlns:a="http://schemas.openxmlformats.org/drawingml/2006/main" r:embed="R7f26d0f7837040cc"/>
          <a:stretch xmlns:a="http://schemas.openxmlformats.org/drawingml/2006/main"/>
        </p:blipFill>
        <p:spPr>
          <a:xfrm xmlns:a="http://schemas.openxmlformats.org/drawingml/2006/main">
            <a:off x="2495550" y="876300"/>
            <a:ext cx="3238500" cy="1619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D41F567-BE39-42C3-B7FB-40C53956FAF5}"/>
              </a:ext>
            </a:extLst>
          </p:cNvPr>
          <p:cNvSpPr>
            <a:spLocks xmlns:a="http://schemas.openxmlformats.org/drawingml/2006/main" noGrp="1"/>
          </p:cNvSpPr>
          <p:nvPr/>
        </p:nvSpPr>
        <p:spPr>
          <a:xfrm xmlns:a="http://schemas.openxmlformats.org/drawingml/2006/main">
            <a:off x="876300" y="3000375"/>
            <a:ext cx="8953500" cy="28575"/>
          </a:xfrm>
          <a:prstGeom xmlns:a="http://schemas.openxmlformats.org/drawingml/2006/main" prst="rect">
            <a:avLst/>
          </a:prstGeom>
          <a:solidFill xmlns:a="http://schemas.openxmlformats.org/drawingml/2006/main">
            <a:srgbClr val="F1C95B"/>
          </a:solidFill>
          <a:ln xmlns:a="http://schemas.openxmlformats.org/drawingml/2006/main" w="0">
            <a:solidFill>
              <a:srgbClr val="F1C95B"/>
            </a:solidFill>
            <a:prstDash val="solid"/>
          </a:ln>
        </p:spPr>
      </p:sp>
      <p:sp>
        <p:nvSpPr>
          <p:cNvPr id="3" name="">
            <a:extLst xmlns:a="http://schemas.openxmlformats.org/drawingml/2006/main">
              <a:ext uri="{FF2B5EF4-FFF2-40B4-BE49-F238E27FC236}">
                <a16:creationId xmlns:a16="http://schemas.microsoft.com/office/drawing/2014/main" id="{1FBC1B29-0371-4498-B6F0-2C4A260E3790}"/>
              </a:ext>
            </a:extLst>
          </p:cNvPr>
          <p:cNvSpPr>
            <a:spLocks xmlns:a="http://schemas.openxmlformats.org/drawingml/2006/main" noGrp="1"/>
          </p:cNvSpPr>
          <p:nvPr/>
        </p:nvSpPr>
        <p:spPr>
          <a:xfrm xmlns:a="http://schemas.openxmlformats.org/drawingml/2006/main">
            <a:off x="876300" y="3371850"/>
            <a:ext cx="7620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7F4EC"/>
                </a:solidFill>
              </a:defRPr>
            </a:defPPr>
          </a:lstStyle>
          <a:p xmlns:a="http://schemas.openxmlformats.org/drawingml/2006/main">
            <a:pPr>
              <a:defRPr sz="4050" b="1">
                <a:solidFill>
                  <a:srgbClr val="F7F4EC"/>
                </a:solidFill>
              </a:defRPr>
            </a:pPr>
            <a:r>
              <a:rPr sz="4050" b="1">
                <a:solidFill>
                  <a:srgbClr val="F7F4EC"/>
                </a:solidFill>
              </a:rPr>
              <a:t>Creator Action Review</a:t>
            </a:r>
          </a:p>
        </p:txBody>
      </p:sp>
      <p:sp>
        <p:nvSpPr>
          <p:cNvPr id="4" name="">
            <a:extLst xmlns:a="http://schemas.openxmlformats.org/drawingml/2006/main">
              <a:ext uri="{FF2B5EF4-FFF2-40B4-BE49-F238E27FC236}">
                <a16:creationId xmlns:a16="http://schemas.microsoft.com/office/drawing/2014/main" id="{5169EE34-D577-4342-81B9-DC25EB0C9F3E}"/>
              </a:ext>
            </a:extLst>
          </p:cNvPr>
          <p:cNvSpPr>
            <a:spLocks xmlns:a="http://schemas.openxmlformats.org/drawingml/2006/main" noGrp="1"/>
          </p:cNvSpPr>
          <p:nvPr/>
        </p:nvSpPr>
        <p:spPr>
          <a:xfrm xmlns:a="http://schemas.openxmlformats.org/drawingml/2006/main">
            <a:off x="895350" y="4267200"/>
            <a:ext cx="571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F1C95B"/>
                </a:solidFill>
              </a:defRPr>
            </a:defPPr>
          </a:lstStyle>
          <a:p xmlns:a="http://schemas.openxmlformats.org/drawingml/2006/main">
            <a:pPr>
              <a:defRPr sz="2100" b="1">
                <a:solidFill>
                  <a:srgbClr val="F1C95B"/>
                </a:solidFill>
              </a:defRPr>
            </a:pPr>
            <a:r>
              <a:rPr sz="2100" b="1">
                <a:solidFill>
                  <a:srgbClr val="F1C95B"/>
                </a:solidFill>
              </a:rPr>
              <a:t>Top 50 diamond declines</a:t>
            </a:r>
          </a:p>
        </p:txBody>
      </p:sp>
      <p:sp>
        <p:nvSpPr>
          <p:cNvPr id="5" name="">
            <a:extLst xmlns:a="http://schemas.openxmlformats.org/drawingml/2006/main">
              <a:ext uri="{FF2B5EF4-FFF2-40B4-BE49-F238E27FC236}">
                <a16:creationId xmlns:a16="http://schemas.microsoft.com/office/drawing/2014/main" id="{1DE3540F-C209-4182-8576-60128F6E635E}"/>
              </a:ext>
            </a:extLst>
          </p:cNvPr>
          <p:cNvSpPr>
            <a:spLocks xmlns:a="http://schemas.openxmlformats.org/drawingml/2006/main" noGrp="1"/>
          </p:cNvSpPr>
          <p:nvPr/>
        </p:nvSpPr>
        <p:spPr>
          <a:xfrm xmlns:a="http://schemas.openxmlformats.org/drawingml/2006/main">
            <a:off x="895350" y="471487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BFB8AA"/>
                </a:solidFill>
              </a:defRPr>
            </a:defPPr>
          </a:lstStyle>
          <a:p xmlns:a="http://schemas.openxmlformats.org/drawingml/2006/main">
            <a:pPr>
              <a:defRPr sz="1500" b="0">
                <a:solidFill>
                  <a:srgbClr val="BFB8AA"/>
                </a:solidFill>
              </a:defRPr>
            </a:pPr>
            <a:r>
              <a:rPr sz="1500" b="0">
                <a:solidFill>
                  <a:srgbClr val="BFB8AA"/>
                </a:solidFill>
              </a:rPr>
              <a:t>1-8 September compared with 1-8 October 2026</a:t>
            </a:r>
          </a:p>
        </p:txBody>
      </p:sp>
      <p:sp>
        <p:nvSpPr>
          <p:cNvPr id="6" name="">
            <a:extLst xmlns:a="http://schemas.openxmlformats.org/drawingml/2006/main">
              <a:ext uri="{FF2B5EF4-FFF2-40B4-BE49-F238E27FC236}">
                <a16:creationId xmlns:a16="http://schemas.microsoft.com/office/drawing/2014/main" id="{FD0CA220-20FC-48F2-B6C3-A1A521235740}"/>
              </a:ext>
            </a:extLst>
          </p:cNvPr>
          <p:cNvSpPr>
            <a:spLocks xmlns:a="http://schemas.openxmlformats.org/drawingml/2006/main" noGrp="1"/>
          </p:cNvSpPr>
          <p:nvPr/>
        </p:nvSpPr>
        <p:spPr>
          <a:xfrm xmlns:a="http://schemas.openxmlformats.org/drawingml/2006/main">
            <a:off x="8477250" y="3657600"/>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BE6A8"/>
                </a:solidFill>
              </a:defRPr>
            </a:defPPr>
          </a:lstStyle>
          <a:p xmlns:a="http://schemas.openxmlformats.org/drawingml/2006/main">
            <a:pPr>
              <a:defRPr sz="1800" b="1">
                <a:solidFill>
                  <a:srgbClr val="FBE6A8"/>
                </a:solidFill>
              </a:defRPr>
            </a:pPr>
            <a:r>
              <a:rPr sz="1800" b="1">
                <a:solidFill>
                  <a:srgbClr val="FBE6A8"/>
                </a:solidFill>
              </a:rPr>
              <a:t>50 creators</a:t>
            </a:r>
          </a:p>
          <a:p xmlns:a="http://schemas.openxmlformats.org/drawingml/2006/main">
            <a:pPr>
              <a:defRPr sz="1800" b="1">
                <a:solidFill>
                  <a:srgbClr val="FBE6A8"/>
                </a:solidFill>
              </a:defRPr>
            </a:pPr>
            <a:r>
              <a:rPr sz="1800" b="1">
                <a:solidFill>
                  <a:srgbClr val="FBE6A8"/>
                </a:solidFill>
              </a:rPr>
              <a:t>20 manager emails</a:t>
            </a:r>
          </a:p>
        </p:txBody>
      </p:sp>
      <p:sp>
        <p:nvSpPr>
          <p:cNvPr id="7" name="">
            <a:extLst xmlns:a="http://schemas.openxmlformats.org/drawingml/2006/main">
              <a:ext uri="{FF2B5EF4-FFF2-40B4-BE49-F238E27FC236}">
                <a16:creationId xmlns:a16="http://schemas.microsoft.com/office/drawing/2014/main" id="{57E167C8-B052-4907-BEBB-41DE5A0C6A41}"/>
              </a:ext>
            </a:extLst>
          </p:cNvPr>
          <p:cNvSpPr>
            <a:spLocks xmlns:a="http://schemas.openxmlformats.org/drawingml/2006/main" noGrp="1"/>
          </p:cNvSpPr>
          <p:nvPr/>
        </p:nvSpPr>
        <p:spPr>
          <a:xfrm xmlns:a="http://schemas.openxmlformats.org/drawingml/2006/main">
            <a:off x="895350" y="590550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BFB8AA"/>
                </a:solidFill>
              </a:defRPr>
            </a:defPPr>
          </a:lstStyle>
          <a:p xmlns:a="http://schemas.openxmlformats.org/drawingml/2006/main">
            <a:pPr>
              <a:defRPr sz="1275" b="0">
                <a:solidFill>
                  <a:srgbClr val="BFB8AA"/>
                </a:solidFill>
              </a:defRPr>
            </a:pPr>
            <a:r>
              <a:rPr sz="1275" b="0">
                <a:solidFill>
                  <a:srgbClr val="BFB8AA"/>
                </a:solidFill>
              </a:rPr>
              <a:t>A visual manager pack for clear conversations and practical recovery plans.</a:t>
            </a:r>
          </a:p>
        </p:txBody>
      </p:sp>
    </p:spTree>
    <p:extLst>
      <p:ext uri="{BB962C8B-B14F-4D97-AF65-F5344CB8AC3E}">
        <p14:creationId xmlns:p14="http://schemas.microsoft.com/office/powerpoint/2010/main" val="2379913"/>
      </p:ext>
    </p:extLst>
  </p:cSld>
</p:sld>
</file>

<file path=ppt/slides/slide2.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03E0EA2-6FAF-411B-929E-4D451EF5AFC6}"/>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30A5DB84-A2DE-42E4-8ADC-B127E493F1E3}"/>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440E246C-7667-4874-9BA1-33A15AB64725}"/>
              </a:ext>
            </a:extLst>
          </p:cNvPr>
          <p:cNvPicPr>
            <a:picLocks xmlns:a="http://schemas.openxmlformats.org/drawingml/2006/main" noChangeAspect="1"/>
          </p:cNvPicPr>
          <p:nvPr/>
        </p:nvPicPr>
        <p:blipFill>
          <a:blip xmlns:r="http://schemas.openxmlformats.org/officeDocument/2006/relationships" xmlns:a="http://schemas.openxmlformats.org/drawingml/2006/main" r:embed="R37fe1ecdf17b490e"/>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6A4F83-5B64-4F8C-9016-125B47E5C8E7}"/>
              </a:ext>
            </a:extLst>
          </p:cNvPr>
          <p:cNvSpPr>
            <a:spLocks xmlns:a="http://schemas.openxmlformats.org/drawingml/2006/main" noGrp="1"/>
          </p:cNvSpPr>
          <p:nvPr/>
        </p:nvSpPr>
        <p:spPr>
          <a:xfrm xmlns:a="http://schemas.openxmlformats.org/drawingml/2006/main">
            <a:off x="628650" y="1009650"/>
            <a:ext cx="619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F7F4EC"/>
                </a:solidFill>
              </a:defRPr>
            </a:defPPr>
          </a:lstStyle>
          <a:p xmlns:a="http://schemas.openxmlformats.org/drawingml/2006/main">
            <a:pPr>
              <a:defRPr sz="2850" b="1">
                <a:solidFill>
                  <a:srgbClr val="F7F4EC"/>
                </a:solidFill>
              </a:defRPr>
            </a:pPr>
            <a:r>
              <a:rPr sz="2850" b="1">
                <a:solidFill>
                  <a:srgbClr val="F7F4EC"/>
                </a:solidFill>
              </a:rPr>
              <a:t>How to use this pack</a:t>
            </a:r>
          </a:p>
        </p:txBody>
      </p:sp>
      <p:sp>
        <p:nvSpPr>
          <p:cNvPr id="5" name="">
            <a:extLst xmlns:a="http://schemas.openxmlformats.org/drawingml/2006/main">
              <a:ext uri="{FF2B5EF4-FFF2-40B4-BE49-F238E27FC236}">
                <a16:creationId xmlns:a16="http://schemas.microsoft.com/office/drawing/2014/main" id="{91B6AC4A-A6EA-43FC-8DB1-23D4EFF60D3E}"/>
              </a:ext>
            </a:extLst>
          </p:cNvPr>
          <p:cNvSpPr>
            <a:spLocks xmlns:a="http://schemas.openxmlformats.org/drawingml/2006/main" noGrp="1"/>
          </p:cNvSpPr>
          <p:nvPr/>
        </p:nvSpPr>
        <p:spPr>
          <a:xfrm xmlns:a="http://schemas.openxmlformats.org/drawingml/2006/main">
            <a:off x="628650" y="1657350"/>
            <a:ext cx="857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BFB8AA"/>
                </a:solidFill>
              </a:defRPr>
            </a:defPPr>
          </a:lstStyle>
          <a:p xmlns:a="http://schemas.openxmlformats.org/drawingml/2006/main">
            <a:pPr>
              <a:defRPr sz="1500" b="0">
                <a:solidFill>
                  <a:srgbClr val="BFB8AA"/>
                </a:solidFill>
              </a:defRPr>
            </a:pPr>
            <a:r>
              <a:rPr sz="1500" b="0">
                <a:solidFill>
                  <a:srgbClr val="BFB8AA"/>
                </a:solidFill>
              </a:rPr>
              <a:t>Each slide contains a small number of creators for one manager. Read the cause first, then use the manager conversation as the action to agree.</a:t>
            </a:r>
          </a:p>
        </p:txBody>
      </p:sp>
      <p:sp>
        <p:nvSpPr>
          <p:cNvPr id="6" name="">
            <a:extLst xmlns:a="http://schemas.openxmlformats.org/drawingml/2006/main">
              <a:ext uri="{FF2B5EF4-FFF2-40B4-BE49-F238E27FC236}">
                <a16:creationId xmlns:a16="http://schemas.microsoft.com/office/drawing/2014/main" id="{A1BE4CF4-A780-4208-963C-347F4F826001}"/>
              </a:ext>
            </a:extLst>
          </p:cNvPr>
          <p:cNvSpPr>
            <a:spLocks xmlns:a="http://schemas.openxmlformats.org/drawingml/2006/main" noGrp="1"/>
          </p:cNvSpPr>
          <p:nvPr/>
        </p:nvSpPr>
        <p:spPr>
          <a:xfrm xmlns:a="http://schemas.openxmlformats.org/drawingml/2006/main">
            <a:off x="628650" y="2400300"/>
            <a:ext cx="10934700" cy="19050"/>
          </a:xfrm>
          <a:prstGeom xmlns:a="http://schemas.openxmlformats.org/drawingml/2006/main" prst="rect">
            <a:avLst/>
          </a:prstGeom>
          <a:solidFill xmlns:a="http://schemas.openxmlformats.org/drawingml/2006/main">
            <a:srgbClr val="F1C95B"/>
          </a:solidFill>
          <a:ln xmlns:a="http://schemas.openxmlformats.org/drawingml/2006/main" w="0">
            <a:solidFill>
              <a:srgbClr val="F1C95B"/>
            </a:solidFill>
            <a:prstDash val="solid"/>
          </a:ln>
        </p:spPr>
      </p:sp>
      <p:sp>
        <p:nvSpPr>
          <p:cNvPr id="7" name="">
            <a:extLst xmlns:a="http://schemas.openxmlformats.org/drawingml/2006/main">
              <a:ext uri="{FF2B5EF4-FFF2-40B4-BE49-F238E27FC236}">
                <a16:creationId xmlns:a16="http://schemas.microsoft.com/office/drawing/2014/main" id="{29CE8DDA-770B-485B-A684-313CDF24E2F7}"/>
              </a:ext>
            </a:extLst>
          </p:cNvPr>
          <p:cNvSpPr>
            <a:spLocks xmlns:a="http://schemas.openxmlformats.org/drawingml/2006/main" noGrp="1"/>
          </p:cNvSpPr>
          <p:nvPr/>
        </p:nvSpPr>
        <p:spPr>
          <a:xfrm xmlns:a="http://schemas.openxmlformats.org/drawingml/2006/main">
            <a:off x="762000" y="2857500"/>
            <a:ext cx="66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F1C95B"/>
                </a:solidFill>
              </a:defRPr>
            </a:defPPr>
          </a:lstStyle>
          <a:p xmlns:a="http://schemas.openxmlformats.org/drawingml/2006/main">
            <a:pPr>
              <a:defRPr sz="3000" b="1">
                <a:solidFill>
                  <a:srgbClr val="F1C95B"/>
                </a:solidFill>
              </a:defRPr>
            </a:pPr>
            <a:r>
              <a:rPr sz="3000" b="1">
                <a:solidFill>
                  <a:srgbClr val="F1C95B"/>
                </a:solidFill>
              </a:rPr>
              <a:t>1</a:t>
            </a:r>
          </a:p>
        </p:txBody>
      </p:sp>
      <p:sp>
        <p:nvSpPr>
          <p:cNvPr id="8" name="">
            <a:extLst xmlns:a="http://schemas.openxmlformats.org/drawingml/2006/main">
              <a:ext uri="{FF2B5EF4-FFF2-40B4-BE49-F238E27FC236}">
                <a16:creationId xmlns:a16="http://schemas.microsoft.com/office/drawing/2014/main" id="{5904E79C-BCEF-4028-986B-505F5422A5DF}"/>
              </a:ext>
            </a:extLst>
          </p:cNvPr>
          <p:cNvSpPr>
            <a:spLocks xmlns:a="http://schemas.openxmlformats.org/drawingml/2006/main" noGrp="1"/>
          </p:cNvSpPr>
          <p:nvPr/>
        </p:nvSpPr>
        <p:spPr>
          <a:xfrm xmlns:a="http://schemas.openxmlformats.org/drawingml/2006/main">
            <a:off x="1619250" y="289560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F7F4EC"/>
                </a:solidFill>
              </a:defRPr>
            </a:defPPr>
          </a:lstStyle>
          <a:p xmlns:a="http://schemas.openxmlformats.org/drawingml/2006/main">
            <a:pPr>
              <a:defRPr sz="1950" b="1">
                <a:solidFill>
                  <a:srgbClr val="F7F4EC"/>
                </a:solidFill>
              </a:defRPr>
            </a:pPr>
            <a:r>
              <a:rPr sz="1950" b="1">
                <a:solidFill>
                  <a:srgbClr val="F7F4EC"/>
                </a:solidFill>
              </a:rPr>
              <a:t>Check what changed</a:t>
            </a:r>
          </a:p>
        </p:txBody>
      </p:sp>
      <p:sp>
        <p:nvSpPr>
          <p:cNvPr id="9" name="">
            <a:extLst xmlns:a="http://schemas.openxmlformats.org/drawingml/2006/main">
              <a:ext uri="{FF2B5EF4-FFF2-40B4-BE49-F238E27FC236}">
                <a16:creationId xmlns:a16="http://schemas.microsoft.com/office/drawing/2014/main" id="{B4BEE1B2-7F6E-47B6-8CCF-65DACAAA14F4}"/>
              </a:ext>
            </a:extLst>
          </p:cNvPr>
          <p:cNvSpPr>
            <a:spLocks xmlns:a="http://schemas.openxmlformats.org/drawingml/2006/main" noGrp="1"/>
          </p:cNvSpPr>
          <p:nvPr/>
        </p:nvSpPr>
        <p:spPr>
          <a:xfrm xmlns:a="http://schemas.openxmlformats.org/drawingml/2006/main">
            <a:off x="1619250" y="33147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FB8AA"/>
                </a:solidFill>
              </a:defRPr>
            </a:defPPr>
          </a:lstStyle>
          <a:p xmlns:a="http://schemas.openxmlformats.org/drawingml/2006/main">
            <a:pPr>
              <a:defRPr sz="1350" b="0">
                <a:solidFill>
                  <a:srgbClr val="BFB8AA"/>
                </a:solidFill>
              </a:defRPr>
            </a:pPr>
            <a:r>
              <a:rPr sz="1350" b="0">
                <a:solidFill>
                  <a:srgbClr val="BFB8AA"/>
                </a:solidFill>
              </a:rPr>
              <a:t>The cause section shows whether the gap comes from live hours, streams, matches, or weaker conversion at similar activity.</a:t>
            </a:r>
          </a:p>
        </p:txBody>
      </p:sp>
      <p:sp>
        <p:nvSpPr>
          <p:cNvPr id="10" name="">
            <a:extLst xmlns:a="http://schemas.openxmlformats.org/drawingml/2006/main">
              <a:ext uri="{FF2B5EF4-FFF2-40B4-BE49-F238E27FC236}">
                <a16:creationId xmlns:a16="http://schemas.microsoft.com/office/drawing/2014/main" id="{DA694FB6-75EC-4BE4-8FF2-A9D7DF532BB0}"/>
              </a:ext>
            </a:extLst>
          </p:cNvPr>
          <p:cNvSpPr>
            <a:spLocks xmlns:a="http://schemas.openxmlformats.org/drawingml/2006/main" noGrp="1"/>
          </p:cNvSpPr>
          <p:nvPr/>
        </p:nvSpPr>
        <p:spPr>
          <a:xfrm xmlns:a="http://schemas.openxmlformats.org/drawingml/2006/main">
            <a:off x="762000" y="4191000"/>
            <a:ext cx="66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F1C95B"/>
                </a:solidFill>
              </a:defRPr>
            </a:defPPr>
          </a:lstStyle>
          <a:p xmlns:a="http://schemas.openxmlformats.org/drawingml/2006/main">
            <a:pPr>
              <a:defRPr sz="3000" b="1">
                <a:solidFill>
                  <a:srgbClr val="F1C95B"/>
                </a:solidFill>
              </a:defRPr>
            </a:pPr>
            <a:r>
              <a:rPr sz="3000" b="1">
                <a:solidFill>
                  <a:srgbClr val="F1C95B"/>
                </a:solidFill>
              </a:rPr>
              <a:t>2</a:t>
            </a:r>
          </a:p>
        </p:txBody>
      </p:sp>
      <p:sp>
        <p:nvSpPr>
          <p:cNvPr id="11" name="">
            <a:extLst xmlns:a="http://schemas.openxmlformats.org/drawingml/2006/main">
              <a:ext uri="{FF2B5EF4-FFF2-40B4-BE49-F238E27FC236}">
                <a16:creationId xmlns:a16="http://schemas.microsoft.com/office/drawing/2014/main" id="{AB83FED0-C18B-48A0-96A5-BC427D96AE55}"/>
              </a:ext>
            </a:extLst>
          </p:cNvPr>
          <p:cNvSpPr>
            <a:spLocks xmlns:a="http://schemas.openxmlformats.org/drawingml/2006/main" noGrp="1"/>
          </p:cNvSpPr>
          <p:nvPr/>
        </p:nvSpPr>
        <p:spPr>
          <a:xfrm xmlns:a="http://schemas.openxmlformats.org/drawingml/2006/main">
            <a:off x="1619250" y="42291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F7F4EC"/>
                </a:solidFill>
              </a:defRPr>
            </a:defPPr>
          </a:lstStyle>
          <a:p xmlns:a="http://schemas.openxmlformats.org/drawingml/2006/main">
            <a:pPr>
              <a:defRPr sz="1950" b="1">
                <a:solidFill>
                  <a:srgbClr val="F7F4EC"/>
                </a:solidFill>
              </a:defRPr>
            </a:pPr>
            <a:r>
              <a:rPr sz="1950" b="1">
                <a:solidFill>
                  <a:srgbClr val="F7F4EC"/>
                </a:solidFill>
              </a:rPr>
              <a:t>Have the right conversation</a:t>
            </a:r>
          </a:p>
        </p:txBody>
      </p:sp>
      <p:sp>
        <p:nvSpPr>
          <p:cNvPr id="12" name="">
            <a:extLst xmlns:a="http://schemas.openxmlformats.org/drawingml/2006/main">
              <a:ext uri="{FF2B5EF4-FFF2-40B4-BE49-F238E27FC236}">
                <a16:creationId xmlns:a16="http://schemas.microsoft.com/office/drawing/2014/main" id="{B64B0AB9-ECFD-45AC-B6DC-14561E5999B3}"/>
              </a:ext>
            </a:extLst>
          </p:cNvPr>
          <p:cNvSpPr>
            <a:spLocks xmlns:a="http://schemas.openxmlformats.org/drawingml/2006/main" noGrp="1"/>
          </p:cNvSpPr>
          <p:nvPr/>
        </p:nvSpPr>
        <p:spPr>
          <a:xfrm xmlns:a="http://schemas.openxmlformats.org/drawingml/2006/main">
            <a:off x="1619250" y="46482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FB8AA"/>
                </a:solidFill>
              </a:defRPr>
            </a:defPPr>
          </a:lstStyle>
          <a:p xmlns:a="http://schemas.openxmlformats.org/drawingml/2006/main">
            <a:pPr>
              <a:defRPr sz="1350" b="0">
                <a:solidFill>
                  <a:srgbClr val="BFB8AA"/>
                </a:solidFill>
              </a:defRPr>
            </a:pPr>
            <a:r>
              <a:rPr sz="1350" b="0">
                <a:solidFill>
                  <a:srgbClr val="BFB8AA"/>
                </a:solidFill>
              </a:rPr>
              <a:t>Use the written action to agree a live schedule, match plan, or a visual and conversion review with the creator.</a:t>
            </a:r>
          </a:p>
        </p:txBody>
      </p:sp>
      <p:sp>
        <p:nvSpPr>
          <p:cNvPr id="13" name="">
            <a:extLst xmlns:a="http://schemas.openxmlformats.org/drawingml/2006/main">
              <a:ext uri="{FF2B5EF4-FFF2-40B4-BE49-F238E27FC236}">
                <a16:creationId xmlns:a16="http://schemas.microsoft.com/office/drawing/2014/main" id="{68CE1501-F408-4AAC-B2BD-7632E413BFD5}"/>
              </a:ext>
            </a:extLst>
          </p:cNvPr>
          <p:cNvSpPr>
            <a:spLocks xmlns:a="http://schemas.openxmlformats.org/drawingml/2006/main" noGrp="1"/>
          </p:cNvSpPr>
          <p:nvPr/>
        </p:nvSpPr>
        <p:spPr>
          <a:xfrm xmlns:a="http://schemas.openxmlformats.org/drawingml/2006/main">
            <a:off x="762000" y="5524500"/>
            <a:ext cx="66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00" b="1">
                <a:solidFill>
                  <a:srgbClr val="F1C95B"/>
                </a:solidFill>
              </a:defRPr>
            </a:defPPr>
          </a:lstStyle>
          <a:p xmlns:a="http://schemas.openxmlformats.org/drawingml/2006/main">
            <a:pPr>
              <a:defRPr sz="3000" b="1">
                <a:solidFill>
                  <a:srgbClr val="F1C95B"/>
                </a:solidFill>
              </a:defRPr>
            </a:pPr>
            <a:r>
              <a:rPr sz="3000" b="1">
                <a:solidFill>
                  <a:srgbClr val="F1C95B"/>
                </a:solidFill>
              </a:rPr>
              <a:t>3</a:t>
            </a:r>
          </a:p>
        </p:txBody>
      </p:sp>
      <p:sp>
        <p:nvSpPr>
          <p:cNvPr id="14" name="">
            <a:extLst xmlns:a="http://schemas.openxmlformats.org/drawingml/2006/main">
              <a:ext uri="{FF2B5EF4-FFF2-40B4-BE49-F238E27FC236}">
                <a16:creationId xmlns:a16="http://schemas.microsoft.com/office/drawing/2014/main" id="{9C7583DF-80E6-48E2-B079-DD87DD818FFB}"/>
              </a:ext>
            </a:extLst>
          </p:cNvPr>
          <p:cNvSpPr>
            <a:spLocks xmlns:a="http://schemas.openxmlformats.org/drawingml/2006/main" noGrp="1"/>
          </p:cNvSpPr>
          <p:nvPr/>
        </p:nvSpPr>
        <p:spPr>
          <a:xfrm xmlns:a="http://schemas.openxmlformats.org/drawingml/2006/main">
            <a:off x="1619250" y="55626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F7F4EC"/>
                </a:solidFill>
              </a:defRPr>
            </a:defPPr>
          </a:lstStyle>
          <a:p xmlns:a="http://schemas.openxmlformats.org/drawingml/2006/main">
            <a:pPr>
              <a:defRPr sz="1950" b="1">
                <a:solidFill>
                  <a:srgbClr val="F7F4EC"/>
                </a:solidFill>
              </a:defRPr>
            </a:pPr>
            <a:r>
              <a:rPr sz="1950" b="1">
                <a:solidFill>
                  <a:srgbClr val="F7F4EC"/>
                </a:solidFill>
              </a:rPr>
              <a:t>Check back within the week</a:t>
            </a:r>
          </a:p>
        </p:txBody>
      </p:sp>
      <p:sp>
        <p:nvSpPr>
          <p:cNvPr id="15" name="">
            <a:extLst xmlns:a="http://schemas.openxmlformats.org/drawingml/2006/main">
              <a:ext uri="{FF2B5EF4-FFF2-40B4-BE49-F238E27FC236}">
                <a16:creationId xmlns:a16="http://schemas.microsoft.com/office/drawing/2014/main" id="{BFA942BE-3440-4C3A-A104-53C0EE38043E}"/>
              </a:ext>
            </a:extLst>
          </p:cNvPr>
          <p:cNvSpPr>
            <a:spLocks xmlns:a="http://schemas.openxmlformats.org/drawingml/2006/main" noGrp="1"/>
          </p:cNvSpPr>
          <p:nvPr/>
        </p:nvSpPr>
        <p:spPr>
          <a:xfrm xmlns:a="http://schemas.openxmlformats.org/drawingml/2006/main">
            <a:off x="1619250" y="598170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BFB8AA"/>
                </a:solidFill>
              </a:defRPr>
            </a:defPPr>
          </a:lstStyle>
          <a:p xmlns:a="http://schemas.openxmlformats.org/drawingml/2006/main">
            <a:pPr>
              <a:defRPr sz="1350" b="0">
                <a:solidFill>
                  <a:srgbClr val="BFB8AA"/>
                </a:solidFill>
              </a:defRPr>
            </a:pPr>
            <a:r>
              <a:rPr sz="1350" b="0">
                <a:solidFill>
                  <a:srgbClr val="BFB8AA"/>
                </a:solidFill>
              </a:rPr>
              <a:t>The goal is a practical change in the creator's next lives, rather than simply recording the issue.</a:t>
            </a:r>
          </a:p>
        </p:txBody>
      </p:sp>
    </p:spTree>
    <p:extLst>
      <p:ext uri="{BB962C8B-B14F-4D97-AF65-F5344CB8AC3E}">
        <p14:creationId xmlns:p14="http://schemas.microsoft.com/office/powerpoint/2010/main" val="756758748"/>
      </p:ext>
    </p:extLst>
  </p:cSld>
</p:sld>
</file>

<file path=ppt/slides/slide3.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304DFD7-9014-448F-8117-4FDB26D546BE}"/>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0918BF49-F9B7-417E-89DB-06AC65CD19C0}"/>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38116347-536F-4A1D-BA6B-33626771A419}"/>
              </a:ext>
            </a:extLst>
          </p:cNvPr>
          <p:cNvPicPr>
            <a:picLocks xmlns:a="http://schemas.openxmlformats.org/drawingml/2006/main" noChangeAspect="1"/>
          </p:cNvPicPr>
          <p:nvPr/>
        </p:nvPicPr>
        <p:blipFill>
          <a:blip xmlns:r="http://schemas.openxmlformats.org/officeDocument/2006/relationships" xmlns:a="http://schemas.openxmlformats.org/drawingml/2006/main" r:embed="R54ebcb754eb242ed"/>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696C280-25C4-4F48-88DB-1C0D4B0A335C}"/>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astryxplays@gmail.com</a:t>
            </a:r>
          </a:p>
        </p:txBody>
      </p:sp>
      <p:sp>
        <p:nvSpPr>
          <p:cNvPr id="5" name="">
            <a:extLst xmlns:a="http://schemas.openxmlformats.org/drawingml/2006/main">
              <a:ext uri="{FF2B5EF4-FFF2-40B4-BE49-F238E27FC236}">
                <a16:creationId xmlns:a16="http://schemas.microsoft.com/office/drawing/2014/main" id="{85CB71DC-564B-48EA-BB9B-CDA1ADB16CA2}"/>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EEF6874C-BB93-4770-B72C-50B56E3666BC}"/>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39E3442E-6029-47A6-B658-F8C60390B360}"/>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@astryxplays</a:t>
            </a:r>
          </a:p>
        </p:txBody>
      </p:sp>
      <p:sp>
        <p:nvSpPr>
          <p:cNvPr id="8" name="">
            <a:extLst xmlns:a="http://schemas.openxmlformats.org/drawingml/2006/main">
              <a:ext uri="{FF2B5EF4-FFF2-40B4-BE49-F238E27FC236}">
                <a16:creationId xmlns:a16="http://schemas.microsoft.com/office/drawing/2014/main" id="{DFFCDBED-61B6-47D8-AEC9-5D8576EE74A3}"/>
              </a:ext>
            </a:extLst>
          </p:cNvPr>
          <p:cNvSpPr>
            <a:spLocks xmlns:a="http://schemas.openxmlformats.org/drawingml/2006/main" noGrp="1"/>
          </p:cNvSpPr>
          <p:nvPr/>
        </p:nvSpPr>
        <p:spPr>
          <a:xfrm xmlns:a="http://schemas.openxmlformats.org/drawingml/2006/main">
            <a:off x="647700" y="3038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9BBEF486-19E4-4B9D-8C50-26148162ABA1}"/>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31,883</a:t>
            </a:r>
          </a:p>
        </p:txBody>
      </p:sp>
      <p:sp>
        <p:nvSpPr>
          <p:cNvPr id="10" name="">
            <a:extLst xmlns:a="http://schemas.openxmlformats.org/drawingml/2006/main">
              <a:ext uri="{FF2B5EF4-FFF2-40B4-BE49-F238E27FC236}">
                <a16:creationId xmlns:a16="http://schemas.microsoft.com/office/drawing/2014/main" id="{6C3BA7E5-104A-43D8-95FD-11BC4E0F0EE6}"/>
              </a:ext>
            </a:extLst>
          </p:cNvPr>
          <p:cNvSpPr>
            <a:spLocks xmlns:a="http://schemas.openxmlformats.org/drawingml/2006/main" noGrp="1"/>
          </p:cNvSpPr>
          <p:nvPr/>
        </p:nvSpPr>
        <p:spPr>
          <a:xfrm xmlns:a="http://schemas.openxmlformats.org/drawingml/2006/main">
            <a:off x="647700" y="3648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33,182  |  October: 1,299</a:t>
            </a:r>
          </a:p>
        </p:txBody>
      </p:sp>
      <p:sp>
        <p:nvSpPr>
          <p:cNvPr id="11" name="">
            <a:extLst xmlns:a="http://schemas.openxmlformats.org/drawingml/2006/main">
              <a:ext uri="{FF2B5EF4-FFF2-40B4-BE49-F238E27FC236}">
                <a16:creationId xmlns:a16="http://schemas.microsoft.com/office/drawing/2014/main" id="{B8C1DECF-0D4E-4E73-A4C0-9231B89CBE78}"/>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E4168398-EE73-40E0-B20E-2770376C8C32}"/>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 of Sep 1-8 (1.3k/33.2k)</a:t>
            </a:r>
          </a:p>
          <a:p xmlns:a="http://schemas.openxmlformats.org/drawingml/2006/main">
            <a:pPr>
              <a:defRPr sz="1275" b="0">
                <a:solidFill>
                  <a:srgbClr val="F7F4EC"/>
                </a:solidFill>
              </a:defRPr>
            </a:pPr>
            <a:r>
              <a:rPr sz="1275" b="0">
                <a:solidFill>
                  <a:srgbClr val="F7F4EC"/>
                </a:solidFill>
              </a:rPr>
              <a:t>Hours 43% of Sep 1-8 (7h/15h)</a:t>
            </a:r>
          </a:p>
        </p:txBody>
      </p:sp>
      <p:sp>
        <p:nvSpPr>
          <p:cNvPr id="13" name="">
            <a:extLst xmlns:a="http://schemas.openxmlformats.org/drawingml/2006/main">
              <a:ext uri="{FF2B5EF4-FFF2-40B4-BE49-F238E27FC236}">
                <a16:creationId xmlns:a16="http://schemas.microsoft.com/office/drawing/2014/main" id="{618FCEB4-36A5-40E1-9476-3828AB3FC31D}"/>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363E378D-53F8-4996-9F4D-B90BC37EC7EA}"/>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43%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1779034C-782A-4BC0-96D7-D7411443B06D}"/>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3</a:t>
            </a:r>
          </a:p>
        </p:txBody>
      </p:sp>
    </p:spTree>
    <p:extLst>
      <p:ext uri="{BB962C8B-B14F-4D97-AF65-F5344CB8AC3E}">
        <p14:creationId xmlns:p14="http://schemas.microsoft.com/office/powerpoint/2010/main" val="1962468786"/>
      </p:ext>
    </p:extLst>
  </p:cSld>
</p:sld>
</file>

<file path=ppt/slides/slide4.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CA94A75-BB89-4826-8808-E36B3DD1B938}"/>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2F7434C8-690B-4019-A5A8-582233D3D2CD}"/>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DD56FD34-F086-498C-830A-72FE23D849F1}"/>
              </a:ext>
            </a:extLst>
          </p:cNvPr>
          <p:cNvPicPr>
            <a:picLocks xmlns:a="http://schemas.openxmlformats.org/drawingml/2006/main" noChangeAspect="1"/>
          </p:cNvPicPr>
          <p:nvPr/>
        </p:nvPicPr>
        <p:blipFill>
          <a:blip xmlns:r="http://schemas.openxmlformats.org/officeDocument/2006/relationships" xmlns:a="http://schemas.openxmlformats.org/drawingml/2006/main" r:embed="Rc7a806846f584921"/>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D55D972-BD76-4E76-BD85-DFA793F3A145}"/>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byrne.gemma@icloud.com</a:t>
            </a:r>
          </a:p>
        </p:txBody>
      </p:sp>
      <p:sp>
        <p:nvSpPr>
          <p:cNvPr id="5" name="">
            <a:extLst xmlns:a="http://schemas.openxmlformats.org/drawingml/2006/main">
              <a:ext uri="{FF2B5EF4-FFF2-40B4-BE49-F238E27FC236}">
                <a16:creationId xmlns:a16="http://schemas.microsoft.com/office/drawing/2014/main" id="{EF1627F7-2D7A-495C-A156-6EF7CC9CEF99}"/>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C9270415-8239-496D-87DD-B71CC6978F5A}"/>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DBB1310A-08A4-463F-BA7A-DB46251CFFBE}"/>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@pappa1901</a:t>
            </a:r>
          </a:p>
        </p:txBody>
      </p:sp>
      <p:sp>
        <p:nvSpPr>
          <p:cNvPr id="8" name="">
            <a:extLst xmlns:a="http://schemas.openxmlformats.org/drawingml/2006/main">
              <a:ext uri="{FF2B5EF4-FFF2-40B4-BE49-F238E27FC236}">
                <a16:creationId xmlns:a16="http://schemas.microsoft.com/office/drawing/2014/main" id="{E741B623-DA01-4C8F-9ADD-FFEBE1DE4E90}"/>
              </a:ext>
            </a:extLst>
          </p:cNvPr>
          <p:cNvSpPr>
            <a:spLocks xmlns:a="http://schemas.openxmlformats.org/drawingml/2006/main" noGrp="1"/>
          </p:cNvSpPr>
          <p:nvPr/>
        </p:nvSpPr>
        <p:spPr>
          <a:xfrm xmlns:a="http://schemas.openxmlformats.org/drawingml/2006/main">
            <a:off x="647700" y="3038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8C4DABE1-B769-4F8E-9C08-54813E7857C4}"/>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50,296</a:t>
            </a:r>
          </a:p>
        </p:txBody>
      </p:sp>
      <p:sp>
        <p:nvSpPr>
          <p:cNvPr id="10" name="">
            <a:extLst xmlns:a="http://schemas.openxmlformats.org/drawingml/2006/main">
              <a:ext uri="{FF2B5EF4-FFF2-40B4-BE49-F238E27FC236}">
                <a16:creationId xmlns:a16="http://schemas.microsoft.com/office/drawing/2014/main" id="{70E7843E-7D1F-4EA2-BE82-13CA2715FA25}"/>
              </a:ext>
            </a:extLst>
          </p:cNvPr>
          <p:cNvSpPr>
            <a:spLocks xmlns:a="http://schemas.openxmlformats.org/drawingml/2006/main" noGrp="1"/>
          </p:cNvSpPr>
          <p:nvPr/>
        </p:nvSpPr>
        <p:spPr>
          <a:xfrm xmlns:a="http://schemas.openxmlformats.org/drawingml/2006/main">
            <a:off x="647700" y="3648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61,099  |  October: 10,803</a:t>
            </a:r>
          </a:p>
        </p:txBody>
      </p:sp>
      <p:sp>
        <p:nvSpPr>
          <p:cNvPr id="11" name="">
            <a:extLst xmlns:a="http://schemas.openxmlformats.org/drawingml/2006/main">
              <a:ext uri="{FF2B5EF4-FFF2-40B4-BE49-F238E27FC236}">
                <a16:creationId xmlns:a16="http://schemas.microsoft.com/office/drawing/2014/main" id="{C3B2CA94-1B9D-4F3D-A0F8-2799C6B66673}"/>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A988F504-9515-4912-B73E-A95E61D38980}"/>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30% of Sep 1-8 (3h/11h)</a:t>
            </a:r>
          </a:p>
          <a:p xmlns:a="http://schemas.openxmlformats.org/drawingml/2006/main">
            <a:pPr>
              <a:defRPr sz="1275" b="0">
                <a:solidFill>
                  <a:srgbClr val="F7F4EC"/>
                </a:solidFill>
              </a:defRPr>
            </a:pPr>
            <a:r>
              <a:rPr sz="1275" b="0">
                <a:solidFill>
                  <a:srgbClr val="F7F4EC"/>
                </a:solidFill>
              </a:rPr>
              <a:t>Diamonds 18% of Sep 1-8 (10.8k/61.1k)</a:t>
            </a:r>
          </a:p>
        </p:txBody>
      </p:sp>
      <p:sp>
        <p:nvSpPr>
          <p:cNvPr id="13" name="">
            <a:extLst xmlns:a="http://schemas.openxmlformats.org/drawingml/2006/main">
              <a:ext uri="{FF2B5EF4-FFF2-40B4-BE49-F238E27FC236}">
                <a16:creationId xmlns:a16="http://schemas.microsoft.com/office/drawing/2014/main" id="{30E51C9A-790B-450D-B8DE-C82788446E6D}"/>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BE222825-5657-46BD-8705-32DC0BB9DE77}"/>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8A458756-B951-4B07-B34D-9B60A041F5AD}"/>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4</a:t>
            </a:r>
          </a:p>
        </p:txBody>
      </p:sp>
    </p:spTree>
    <p:extLst>
      <p:ext uri="{BB962C8B-B14F-4D97-AF65-F5344CB8AC3E}">
        <p14:creationId xmlns:p14="http://schemas.microsoft.com/office/powerpoint/2010/main" val="1843358823"/>
      </p:ext>
    </p:extLst>
  </p:cSld>
</p:sld>
</file>

<file path=ppt/slides/slide5.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37207B5-1EB7-4C9D-9146-32E375E0DFEE}"/>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1F298825-B9F9-4168-862D-76A66D55667F}"/>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4AA22159-8A21-4AEE-9913-4491419AEE1A}"/>
              </a:ext>
            </a:extLst>
          </p:cNvPr>
          <p:cNvPicPr>
            <a:picLocks xmlns:a="http://schemas.openxmlformats.org/drawingml/2006/main" noChangeAspect="1"/>
          </p:cNvPicPr>
          <p:nvPr/>
        </p:nvPicPr>
        <p:blipFill>
          <a:blip xmlns:r="http://schemas.openxmlformats.org/officeDocument/2006/relationships" xmlns:a="http://schemas.openxmlformats.org/drawingml/2006/main" r:embed="R705d398cb50a4682"/>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EC011B0-6A0C-4341-9617-A2C62032414D}"/>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carrie_manager@outlook.com</a:t>
            </a:r>
          </a:p>
        </p:txBody>
      </p:sp>
      <p:sp>
        <p:nvSpPr>
          <p:cNvPr id="5" name="">
            <a:extLst xmlns:a="http://schemas.openxmlformats.org/drawingml/2006/main">
              <a:ext uri="{FF2B5EF4-FFF2-40B4-BE49-F238E27FC236}">
                <a16:creationId xmlns:a16="http://schemas.microsoft.com/office/drawing/2014/main" id="{BCD7A862-2548-41C2-BF25-F87BFDE24A95}"/>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F5175E0A-05BD-431F-BE2F-AB4C05FCBFBA}"/>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278E104D-19FD-4853-8FB6-6C1152D43B35}"/>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@chloechapman2003</a:t>
            </a:r>
          </a:p>
        </p:txBody>
      </p:sp>
      <p:sp>
        <p:nvSpPr>
          <p:cNvPr id="8" name="">
            <a:extLst xmlns:a="http://schemas.openxmlformats.org/drawingml/2006/main">
              <a:ext uri="{FF2B5EF4-FFF2-40B4-BE49-F238E27FC236}">
                <a16:creationId xmlns:a16="http://schemas.microsoft.com/office/drawing/2014/main" id="{8DE18827-8F8A-4A91-B09E-CDF25649E9F3}"/>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D065A05C-23F1-4067-ADF5-FD5770339C75}"/>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101,612</a:t>
            </a:r>
          </a:p>
        </p:txBody>
      </p:sp>
      <p:sp>
        <p:nvSpPr>
          <p:cNvPr id="10" name="">
            <a:extLst xmlns:a="http://schemas.openxmlformats.org/drawingml/2006/main">
              <a:ext uri="{FF2B5EF4-FFF2-40B4-BE49-F238E27FC236}">
                <a16:creationId xmlns:a16="http://schemas.microsoft.com/office/drawing/2014/main" id="{E4F8195A-3BEC-42EA-93F6-B74344320FC3}"/>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112,928  |  October: 11,316</a:t>
            </a:r>
          </a:p>
        </p:txBody>
      </p:sp>
      <p:sp>
        <p:nvSpPr>
          <p:cNvPr id="11" name="">
            <a:extLst xmlns:a="http://schemas.openxmlformats.org/drawingml/2006/main">
              <a:ext uri="{FF2B5EF4-FFF2-40B4-BE49-F238E27FC236}">
                <a16:creationId xmlns:a16="http://schemas.microsoft.com/office/drawing/2014/main" id="{8DD6E723-D254-44CE-BCF5-E5403DA0633E}"/>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86D5ABF2-3788-49A4-9966-7D77B06EE5E9}"/>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8% of Sep 1-8 (3h/38h)</a:t>
            </a:r>
          </a:p>
          <a:p xmlns:a="http://schemas.openxmlformats.org/drawingml/2006/main">
            <a:pPr>
              <a:defRPr sz="1275" b="0">
                <a:solidFill>
                  <a:srgbClr val="F7F4EC"/>
                </a:solidFill>
              </a:defRPr>
            </a:pPr>
            <a:r>
              <a:rPr sz="1275" b="0">
                <a:solidFill>
                  <a:srgbClr val="F7F4EC"/>
                </a:solidFill>
              </a:rPr>
              <a:t>Matches 12% of Sep 1-8 (13/111)</a:t>
            </a:r>
          </a:p>
        </p:txBody>
      </p:sp>
      <p:sp>
        <p:nvSpPr>
          <p:cNvPr id="13" name="">
            <a:extLst xmlns:a="http://schemas.openxmlformats.org/drawingml/2006/main">
              <a:ext uri="{FF2B5EF4-FFF2-40B4-BE49-F238E27FC236}">
                <a16:creationId xmlns:a16="http://schemas.microsoft.com/office/drawing/2014/main" id="{7662F681-3603-44D1-BAAC-CBD5E618A18D}"/>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B847267C-E1E1-4C14-A08C-BA7ECE5E3A56}"/>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0CD7F1CC-1554-407E-AAFB-ED687B156AF9}"/>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556456D0-DA18-49D0-B592-D4598A3F8F0D}"/>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@sallytuffery69</a:t>
            </a:r>
          </a:p>
        </p:txBody>
      </p:sp>
      <p:sp>
        <p:nvSpPr>
          <p:cNvPr id="17" name="">
            <a:extLst xmlns:a="http://schemas.openxmlformats.org/drawingml/2006/main">
              <a:ext uri="{FF2B5EF4-FFF2-40B4-BE49-F238E27FC236}">
                <a16:creationId xmlns:a16="http://schemas.microsoft.com/office/drawing/2014/main" id="{C890E821-3BDA-4DDC-A5D0-EB439DD3239B}"/>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53AFE2EF-1891-47BC-83A0-ADAC8C3D5C54}"/>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29,135</a:t>
            </a:r>
          </a:p>
        </p:txBody>
      </p:sp>
      <p:sp>
        <p:nvSpPr>
          <p:cNvPr id="19" name="">
            <a:extLst xmlns:a="http://schemas.openxmlformats.org/drawingml/2006/main">
              <a:ext uri="{FF2B5EF4-FFF2-40B4-BE49-F238E27FC236}">
                <a16:creationId xmlns:a16="http://schemas.microsoft.com/office/drawing/2014/main" id="{119C457E-A8CF-4B9C-94ED-35E242EF8B89}"/>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29,135  |  October: 0</a:t>
            </a:r>
          </a:p>
        </p:txBody>
      </p:sp>
      <p:sp>
        <p:nvSpPr>
          <p:cNvPr id="20" name="">
            <a:extLst xmlns:a="http://schemas.openxmlformats.org/drawingml/2006/main">
              <a:ext uri="{FF2B5EF4-FFF2-40B4-BE49-F238E27FC236}">
                <a16:creationId xmlns:a16="http://schemas.microsoft.com/office/drawing/2014/main" id="{0BE3A4F7-0237-4FEE-B6BB-8ABBD03076C2}"/>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78A19147-D949-4270-8429-18C85271BD7E}"/>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22" name="">
            <a:extLst xmlns:a="http://schemas.openxmlformats.org/drawingml/2006/main">
              <a:ext uri="{FF2B5EF4-FFF2-40B4-BE49-F238E27FC236}">
                <a16:creationId xmlns:a16="http://schemas.microsoft.com/office/drawing/2014/main" id="{18636FFA-1E5A-4C9E-AC9B-CB7CC8E21224}"/>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DF00D4B1-9CB6-449D-971F-484033DC1881}"/>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24" name="">
            <a:extLst xmlns:a="http://schemas.openxmlformats.org/drawingml/2006/main">
              <a:ext uri="{FF2B5EF4-FFF2-40B4-BE49-F238E27FC236}">
                <a16:creationId xmlns:a16="http://schemas.microsoft.com/office/drawing/2014/main" id="{F4E5846D-9EF4-4BEB-BA02-35872DB86E34}"/>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5</a:t>
            </a:r>
          </a:p>
        </p:txBody>
      </p:sp>
    </p:spTree>
    <p:extLst>
      <p:ext uri="{BB962C8B-B14F-4D97-AF65-F5344CB8AC3E}">
        <p14:creationId xmlns:p14="http://schemas.microsoft.com/office/powerpoint/2010/main" val="1388608151"/>
      </p:ext>
    </p:extLst>
  </p:cSld>
</p:sld>
</file>

<file path=ppt/slides/slide6.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CF688BA-C95E-47DB-82EC-A9041FB2766C}"/>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C17C6054-85FC-401B-B8D4-18E8BD70DB90}"/>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AFEF481F-6527-4518-BB90-61D57EB257E7}"/>
              </a:ext>
            </a:extLst>
          </p:cNvPr>
          <p:cNvPicPr>
            <a:picLocks xmlns:a="http://schemas.openxmlformats.org/drawingml/2006/main" noChangeAspect="1"/>
          </p:cNvPicPr>
          <p:nvPr/>
        </p:nvPicPr>
        <p:blipFill>
          <a:blip xmlns:r="http://schemas.openxmlformats.org/officeDocument/2006/relationships" xmlns:a="http://schemas.openxmlformats.org/drawingml/2006/main" r:embed="Ra792e59342db4511"/>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4C97B17-0FFF-472D-BC55-C44984D0F85E}"/>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cjtokens1237@gmail.com</a:t>
            </a:r>
          </a:p>
        </p:txBody>
      </p:sp>
      <p:sp>
        <p:nvSpPr>
          <p:cNvPr id="5" name="">
            <a:extLst xmlns:a="http://schemas.openxmlformats.org/drawingml/2006/main">
              <a:ext uri="{FF2B5EF4-FFF2-40B4-BE49-F238E27FC236}">
                <a16:creationId xmlns:a16="http://schemas.microsoft.com/office/drawing/2014/main" id="{803E5B0B-6695-4990-88FA-533AEF4FA824}"/>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1D38223F-EA4D-49F7-84C5-C69D6C210BE7}"/>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4CF4BDE5-0A31-400D-A0EB-65DD00CAB423}"/>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@ace.t176</a:t>
            </a:r>
          </a:p>
        </p:txBody>
      </p:sp>
      <p:sp>
        <p:nvSpPr>
          <p:cNvPr id="8" name="">
            <a:extLst xmlns:a="http://schemas.openxmlformats.org/drawingml/2006/main">
              <a:ext uri="{FF2B5EF4-FFF2-40B4-BE49-F238E27FC236}">
                <a16:creationId xmlns:a16="http://schemas.microsoft.com/office/drawing/2014/main" id="{567D1C0D-492C-4797-B236-0316C7EF66EB}"/>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E1B2172A-22BC-4A8C-988D-C982CD2117C8}"/>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46,177</a:t>
            </a:r>
          </a:p>
        </p:txBody>
      </p:sp>
      <p:sp>
        <p:nvSpPr>
          <p:cNvPr id="10" name="">
            <a:extLst xmlns:a="http://schemas.openxmlformats.org/drawingml/2006/main">
              <a:ext uri="{FF2B5EF4-FFF2-40B4-BE49-F238E27FC236}">
                <a16:creationId xmlns:a16="http://schemas.microsoft.com/office/drawing/2014/main" id="{FE28085D-6545-4739-9593-D5DC7C86E6F9}"/>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46,177  |  October: 0</a:t>
            </a:r>
          </a:p>
        </p:txBody>
      </p:sp>
      <p:sp>
        <p:nvSpPr>
          <p:cNvPr id="11" name="">
            <a:extLst xmlns:a="http://schemas.openxmlformats.org/drawingml/2006/main">
              <a:ext uri="{FF2B5EF4-FFF2-40B4-BE49-F238E27FC236}">
                <a16:creationId xmlns:a16="http://schemas.microsoft.com/office/drawing/2014/main" id="{75C312BE-8ED2-4C3F-BC34-961FEAC3DA97}"/>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A6A00163-7A52-4234-A4CA-B31D37F46D3F}"/>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13" name="">
            <a:extLst xmlns:a="http://schemas.openxmlformats.org/drawingml/2006/main">
              <a:ext uri="{FF2B5EF4-FFF2-40B4-BE49-F238E27FC236}">
                <a16:creationId xmlns:a16="http://schemas.microsoft.com/office/drawing/2014/main" id="{E1503D72-3994-43E2-9968-30B14E903D6F}"/>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47E942D3-335A-4BC1-8684-258662DCAD63}"/>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15" name="">
            <a:extLst xmlns:a="http://schemas.openxmlformats.org/drawingml/2006/main">
              <a:ext uri="{FF2B5EF4-FFF2-40B4-BE49-F238E27FC236}">
                <a16:creationId xmlns:a16="http://schemas.microsoft.com/office/drawing/2014/main" id="{233FB02A-A6FC-471A-954D-500782A0EDFC}"/>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FC056357-647C-40ED-BE4D-201C960BA12B}"/>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@liambamford18</a:t>
            </a:r>
          </a:p>
        </p:txBody>
      </p:sp>
      <p:sp>
        <p:nvSpPr>
          <p:cNvPr id="17" name="">
            <a:extLst xmlns:a="http://schemas.openxmlformats.org/drawingml/2006/main">
              <a:ext uri="{FF2B5EF4-FFF2-40B4-BE49-F238E27FC236}">
                <a16:creationId xmlns:a16="http://schemas.microsoft.com/office/drawing/2014/main" id="{87E156F8-4C5F-485A-ABCB-A7CDEDECF2FD}"/>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EDCFF86B-0960-43E8-AED0-F2864E838F64}"/>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38,625</a:t>
            </a:r>
          </a:p>
        </p:txBody>
      </p:sp>
      <p:sp>
        <p:nvSpPr>
          <p:cNvPr id="19" name="">
            <a:extLst xmlns:a="http://schemas.openxmlformats.org/drawingml/2006/main">
              <a:ext uri="{FF2B5EF4-FFF2-40B4-BE49-F238E27FC236}">
                <a16:creationId xmlns:a16="http://schemas.microsoft.com/office/drawing/2014/main" id="{031FCADC-BE65-48B1-9A53-50A6493BFBCE}"/>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38,625  |  October: 0</a:t>
            </a:r>
          </a:p>
        </p:txBody>
      </p:sp>
      <p:sp>
        <p:nvSpPr>
          <p:cNvPr id="20" name="">
            <a:extLst xmlns:a="http://schemas.openxmlformats.org/drawingml/2006/main">
              <a:ext uri="{FF2B5EF4-FFF2-40B4-BE49-F238E27FC236}">
                <a16:creationId xmlns:a16="http://schemas.microsoft.com/office/drawing/2014/main" id="{743E53DC-295D-4938-835A-53DF24DC1E44}"/>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5D554A05-78F1-4AC8-837F-798A0D6065A6}"/>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22" name="">
            <a:extLst xmlns:a="http://schemas.openxmlformats.org/drawingml/2006/main">
              <a:ext uri="{FF2B5EF4-FFF2-40B4-BE49-F238E27FC236}">
                <a16:creationId xmlns:a16="http://schemas.microsoft.com/office/drawing/2014/main" id="{1998A622-0988-4F04-A7B7-4739FE5AB663}"/>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73FD4AE0-CF63-4521-8D80-431134FFF6E7}"/>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24" name="">
            <a:extLst xmlns:a="http://schemas.openxmlformats.org/drawingml/2006/main">
              <a:ext uri="{FF2B5EF4-FFF2-40B4-BE49-F238E27FC236}">
                <a16:creationId xmlns:a16="http://schemas.microsoft.com/office/drawing/2014/main" id="{637E7A9F-2472-4B73-A3FA-9B2C534CA2B8}"/>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6</a:t>
            </a:r>
          </a:p>
        </p:txBody>
      </p:sp>
    </p:spTree>
    <p:extLst>
      <p:ext uri="{BB962C8B-B14F-4D97-AF65-F5344CB8AC3E}">
        <p14:creationId xmlns:p14="http://schemas.microsoft.com/office/powerpoint/2010/main" val="1661672887"/>
      </p:ext>
    </p:extLst>
  </p:cSld>
</p:sld>
</file>

<file path=ppt/slides/slide7.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6BDFE4C-20C3-4F11-92B3-01934D0DD02E}"/>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E20F301B-7B25-4727-B2E0-2B8AB54D7B94}"/>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FCA2A10F-DCB1-46F7-9198-DD0B92D2524F}"/>
              </a:ext>
            </a:extLst>
          </p:cNvPr>
          <p:cNvPicPr>
            <a:picLocks xmlns:a="http://schemas.openxmlformats.org/drawingml/2006/main" noChangeAspect="1"/>
          </p:cNvPicPr>
          <p:nvPr/>
        </p:nvPicPr>
        <p:blipFill>
          <a:blip xmlns:r="http://schemas.openxmlformats.org/officeDocument/2006/relationships" xmlns:a="http://schemas.openxmlformats.org/drawingml/2006/main" r:embed="Re84519f08c2d4a6d"/>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D05CD43-E541-4FB6-840D-84F12A270E26}"/>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firstclassagency_ash@outlook.com</a:t>
            </a:r>
          </a:p>
        </p:txBody>
      </p:sp>
      <p:sp>
        <p:nvSpPr>
          <p:cNvPr id="5" name="">
            <a:extLst xmlns:a="http://schemas.openxmlformats.org/drawingml/2006/main">
              <a:ext uri="{FF2B5EF4-FFF2-40B4-BE49-F238E27FC236}">
                <a16:creationId xmlns:a16="http://schemas.microsoft.com/office/drawing/2014/main" id="{BE31A72A-B3C4-44E9-9070-2CD7536BA412}"/>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C5554EA1-DF91-432B-B4A1-860A68F38C66}"/>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EA5E4B52-F1BB-465F-9CDC-412A80A4E3F0}"/>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@rhir3a</a:t>
            </a:r>
          </a:p>
        </p:txBody>
      </p:sp>
      <p:sp>
        <p:nvSpPr>
          <p:cNvPr id="8" name="">
            <a:extLst xmlns:a="http://schemas.openxmlformats.org/drawingml/2006/main">
              <a:ext uri="{FF2B5EF4-FFF2-40B4-BE49-F238E27FC236}">
                <a16:creationId xmlns:a16="http://schemas.microsoft.com/office/drawing/2014/main" id="{55CC5958-2910-4EE1-90A6-49EB080850E5}"/>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E6944BB5-4C89-4C63-9EB5-56C73F31F66B}"/>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52,110</a:t>
            </a:r>
          </a:p>
        </p:txBody>
      </p:sp>
      <p:sp>
        <p:nvSpPr>
          <p:cNvPr id="10" name="">
            <a:extLst xmlns:a="http://schemas.openxmlformats.org/drawingml/2006/main">
              <a:ext uri="{FF2B5EF4-FFF2-40B4-BE49-F238E27FC236}">
                <a16:creationId xmlns:a16="http://schemas.microsoft.com/office/drawing/2014/main" id="{68335C0C-8D7B-4C7C-8B63-A909E4DF3208}"/>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90,608  |  October: 38,498</a:t>
            </a:r>
          </a:p>
        </p:txBody>
      </p:sp>
      <p:sp>
        <p:nvSpPr>
          <p:cNvPr id="11" name="">
            <a:extLst xmlns:a="http://schemas.openxmlformats.org/drawingml/2006/main">
              <a:ext uri="{FF2B5EF4-FFF2-40B4-BE49-F238E27FC236}">
                <a16:creationId xmlns:a16="http://schemas.microsoft.com/office/drawing/2014/main" id="{3E5C3C07-31B5-4CE4-884F-A728B502E97C}"/>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E3743DA2-4C90-49C7-B956-EC2B8E9DF5A5}"/>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42% of Sep 1-8 (83/196)</a:t>
            </a:r>
          </a:p>
          <a:p xmlns:a="http://schemas.openxmlformats.org/drawingml/2006/main">
            <a:pPr>
              <a:defRPr sz="1275" b="0">
                <a:solidFill>
                  <a:srgbClr val="F7F4EC"/>
                </a:solidFill>
              </a:defRPr>
            </a:pPr>
            <a:r>
              <a:rPr sz="1275" b="0">
                <a:solidFill>
                  <a:srgbClr val="F7F4EC"/>
                </a:solidFill>
              </a:rPr>
              <a:t>Diamonds 42% of Sep 1-8 (38.5k/90.6k)</a:t>
            </a:r>
          </a:p>
        </p:txBody>
      </p:sp>
      <p:sp>
        <p:nvSpPr>
          <p:cNvPr id="13" name="">
            <a:extLst xmlns:a="http://schemas.openxmlformats.org/drawingml/2006/main">
              <a:ext uri="{FF2B5EF4-FFF2-40B4-BE49-F238E27FC236}">
                <a16:creationId xmlns:a16="http://schemas.microsoft.com/office/drawing/2014/main" id="{A2AA35BA-CD4D-46B2-A22C-8D2BBE551E09}"/>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F1F34F36-5857-41E9-A0B6-F3F5607454BE}"/>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83%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20737627-5F10-4DDD-BB6B-DB30CAE93408}"/>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D88B6288-6A3C-477B-875A-C63B88189157}"/>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@soph.x19x</a:t>
            </a:r>
          </a:p>
        </p:txBody>
      </p:sp>
      <p:sp>
        <p:nvSpPr>
          <p:cNvPr id="17" name="">
            <a:extLst xmlns:a="http://schemas.openxmlformats.org/drawingml/2006/main">
              <a:ext uri="{FF2B5EF4-FFF2-40B4-BE49-F238E27FC236}">
                <a16:creationId xmlns:a16="http://schemas.microsoft.com/office/drawing/2014/main" id="{B88FA91C-EC64-4221-BEE7-E624C2A85517}"/>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56268D2F-9253-4787-AB17-D0C7C05A9F96}"/>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42,053</a:t>
            </a:r>
          </a:p>
        </p:txBody>
      </p:sp>
      <p:sp>
        <p:nvSpPr>
          <p:cNvPr id="19" name="">
            <a:extLst xmlns:a="http://schemas.openxmlformats.org/drawingml/2006/main">
              <a:ext uri="{FF2B5EF4-FFF2-40B4-BE49-F238E27FC236}">
                <a16:creationId xmlns:a16="http://schemas.microsoft.com/office/drawing/2014/main" id="{A4D24B97-69A6-4B86-9BA1-2860DEAC5439}"/>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131,331  |  October: 89,278</a:t>
            </a:r>
          </a:p>
        </p:txBody>
      </p:sp>
      <p:sp>
        <p:nvSpPr>
          <p:cNvPr id="20" name="">
            <a:extLst xmlns:a="http://schemas.openxmlformats.org/drawingml/2006/main">
              <a:ext uri="{FF2B5EF4-FFF2-40B4-BE49-F238E27FC236}">
                <a16:creationId xmlns:a16="http://schemas.microsoft.com/office/drawing/2014/main" id="{E850C7A2-F5A3-4196-B777-EB5FB475B380}"/>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526106BB-EB1E-435C-9671-71FF769E9039}"/>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65% of Sep 1-8 (17h/27h)</a:t>
            </a:r>
          </a:p>
          <a:p xmlns:a="http://schemas.openxmlformats.org/drawingml/2006/main">
            <a:pPr>
              <a:defRPr sz="1275" b="0">
                <a:solidFill>
                  <a:srgbClr val="F7F4EC"/>
                </a:solidFill>
              </a:defRPr>
            </a:pPr>
            <a:r>
              <a:rPr sz="1275" b="0">
                <a:solidFill>
                  <a:srgbClr val="F7F4EC"/>
                </a:solidFill>
              </a:rPr>
              <a:t>Matches 57% of Sep 1-8 (101/176)</a:t>
            </a:r>
          </a:p>
        </p:txBody>
      </p:sp>
      <p:sp>
        <p:nvSpPr>
          <p:cNvPr id="22" name="">
            <a:extLst xmlns:a="http://schemas.openxmlformats.org/drawingml/2006/main">
              <a:ext uri="{FF2B5EF4-FFF2-40B4-BE49-F238E27FC236}">
                <a16:creationId xmlns:a16="http://schemas.microsoft.com/office/drawing/2014/main" id="{D17BFCC6-0D44-4A5A-8060-E1E1FB4227DC}"/>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B01312DF-E9A1-479E-9886-368918C25234}"/>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65%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1CFF57D6-FF9A-42AC-BE39-2E98746BB995}"/>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7</a:t>
            </a:r>
          </a:p>
        </p:txBody>
      </p:sp>
    </p:spTree>
    <p:extLst>
      <p:ext uri="{BB962C8B-B14F-4D97-AF65-F5344CB8AC3E}">
        <p14:creationId xmlns:p14="http://schemas.microsoft.com/office/powerpoint/2010/main" val="474530650"/>
      </p:ext>
    </p:extLst>
  </p:cSld>
</p:sld>
</file>

<file path=ppt/slides/slide8.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32BACF3-453B-4503-AC92-6BF938CD2B14}"/>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E1831D98-F3B4-4CFD-A17E-53DD79F5F78F}"/>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34C8B349-488D-49C3-A2D5-74E5C14421E5}"/>
              </a:ext>
            </a:extLst>
          </p:cNvPr>
          <p:cNvPicPr>
            <a:picLocks xmlns:a="http://schemas.openxmlformats.org/drawingml/2006/main" noChangeAspect="1"/>
          </p:cNvPicPr>
          <p:nvPr/>
        </p:nvPicPr>
        <p:blipFill>
          <a:blip xmlns:r="http://schemas.openxmlformats.org/officeDocument/2006/relationships" xmlns:a="http://schemas.openxmlformats.org/drawingml/2006/main" r:embed="Rbb0e9c8dcbff4b86"/>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499C5B5-A101-48DE-BA90-75FD590E91D4}"/>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50A3AB67-449B-4B72-B9F3-3E2529C32655}"/>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9814A697-FBA0-419D-8E0E-31CD43023CA7}"/>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3F7B05BF-637A-4383-A74E-7691FC50160D}"/>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@dylanjinks</a:t>
            </a:r>
          </a:p>
        </p:txBody>
      </p:sp>
      <p:sp>
        <p:nvSpPr>
          <p:cNvPr id="8" name="">
            <a:extLst xmlns:a="http://schemas.openxmlformats.org/drawingml/2006/main">
              <a:ext uri="{FF2B5EF4-FFF2-40B4-BE49-F238E27FC236}">
                <a16:creationId xmlns:a16="http://schemas.microsoft.com/office/drawing/2014/main" id="{07193767-4ABA-4400-A53F-A8CF660C9DE3}"/>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0D6D62A5-6AFC-4577-A425-4651D70DC064}"/>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359,762</a:t>
            </a:r>
          </a:p>
        </p:txBody>
      </p:sp>
      <p:sp>
        <p:nvSpPr>
          <p:cNvPr id="10" name="">
            <a:extLst xmlns:a="http://schemas.openxmlformats.org/drawingml/2006/main">
              <a:ext uri="{FF2B5EF4-FFF2-40B4-BE49-F238E27FC236}">
                <a16:creationId xmlns:a16="http://schemas.microsoft.com/office/drawing/2014/main" id="{F6F13EAE-2E4D-4FF3-859E-AB045FFDD4CD}"/>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490,102  |  October: 130,340</a:t>
            </a:r>
          </a:p>
        </p:txBody>
      </p:sp>
      <p:sp>
        <p:nvSpPr>
          <p:cNvPr id="11" name="">
            <a:extLst xmlns:a="http://schemas.openxmlformats.org/drawingml/2006/main">
              <a:ext uri="{FF2B5EF4-FFF2-40B4-BE49-F238E27FC236}">
                <a16:creationId xmlns:a16="http://schemas.microsoft.com/office/drawing/2014/main" id="{759C52CC-590F-498C-97FD-4DD699BDFE21}"/>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AA131AFA-D9ED-4B7D-8178-E6BC36CAB40E}"/>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27% of Sep 1-8 (130.3k/490.1k)</a:t>
            </a:r>
          </a:p>
          <a:p xmlns:a="http://schemas.openxmlformats.org/drawingml/2006/main">
            <a:pPr>
              <a:defRPr sz="1275" b="0">
                <a:solidFill>
                  <a:srgbClr val="F7F4EC"/>
                </a:solidFill>
              </a:defRPr>
            </a:pPr>
            <a:r>
              <a:rPr sz="1275" b="0">
                <a:solidFill>
                  <a:srgbClr val="F7F4EC"/>
                </a:solidFill>
              </a:rPr>
              <a:t>Hours 72% of Sep 1-8 (21h/30h)</a:t>
            </a:r>
          </a:p>
        </p:txBody>
      </p:sp>
      <p:sp>
        <p:nvSpPr>
          <p:cNvPr id="13" name="">
            <a:extLst xmlns:a="http://schemas.openxmlformats.org/drawingml/2006/main">
              <a:ext uri="{FF2B5EF4-FFF2-40B4-BE49-F238E27FC236}">
                <a16:creationId xmlns:a16="http://schemas.microsoft.com/office/drawing/2014/main" id="{56C63937-4290-46C2-835E-4B68C2B0B6B0}"/>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E01B5614-2A39-4BA4-82B8-E4C631F115F5}"/>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72%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8987C23F-88B3-4419-A39F-B1970C19620C}"/>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D5F87D69-559C-4EAC-ABD5-83790DC270D9}"/>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@allannah.unknown444</a:t>
            </a:r>
          </a:p>
        </p:txBody>
      </p:sp>
      <p:sp>
        <p:nvSpPr>
          <p:cNvPr id="17" name="">
            <a:extLst xmlns:a="http://schemas.openxmlformats.org/drawingml/2006/main">
              <a:ext uri="{FF2B5EF4-FFF2-40B4-BE49-F238E27FC236}">
                <a16:creationId xmlns:a16="http://schemas.microsoft.com/office/drawing/2014/main" id="{14A06AC4-089F-4B4C-91B8-60EBF41B685D}"/>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FA222752-2FA9-4291-897F-8CA5B02F9D09}"/>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294,936</a:t>
            </a:r>
          </a:p>
        </p:txBody>
      </p:sp>
      <p:sp>
        <p:nvSpPr>
          <p:cNvPr id="19" name="">
            <a:extLst xmlns:a="http://schemas.openxmlformats.org/drawingml/2006/main">
              <a:ext uri="{FF2B5EF4-FFF2-40B4-BE49-F238E27FC236}">
                <a16:creationId xmlns:a16="http://schemas.microsoft.com/office/drawing/2014/main" id="{C2D42E5C-1BF8-44E7-A72A-18B34E0F9B79}"/>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425,887  |  October: 130,951</a:t>
            </a:r>
          </a:p>
        </p:txBody>
      </p:sp>
      <p:sp>
        <p:nvSpPr>
          <p:cNvPr id="20" name="">
            <a:extLst xmlns:a="http://schemas.openxmlformats.org/drawingml/2006/main">
              <a:ext uri="{FF2B5EF4-FFF2-40B4-BE49-F238E27FC236}">
                <a16:creationId xmlns:a16="http://schemas.microsoft.com/office/drawing/2014/main" id="{22E52D2F-0973-48DB-9DAF-C199FECF0EE8}"/>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5EB9190F-ADFF-4F9B-BDAB-4F244B7FF6DF}"/>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31% of Sep 1-8 (131.0k/425.9k)</a:t>
            </a:r>
          </a:p>
          <a:p xmlns:a="http://schemas.openxmlformats.org/drawingml/2006/main">
            <a:pPr>
              <a:defRPr sz="1275" b="0">
                <a:solidFill>
                  <a:srgbClr val="F7F4EC"/>
                </a:solidFill>
              </a:defRPr>
            </a:pPr>
            <a:r>
              <a:rPr sz="1275" b="0">
                <a:solidFill>
                  <a:srgbClr val="F7F4EC"/>
                </a:solidFill>
              </a:rPr>
              <a:t>Matches 46% of Sep 1-8 (138/301)</a:t>
            </a:r>
          </a:p>
        </p:txBody>
      </p:sp>
      <p:sp>
        <p:nvSpPr>
          <p:cNvPr id="22" name="">
            <a:extLst xmlns:a="http://schemas.openxmlformats.org/drawingml/2006/main">
              <a:ext uri="{FF2B5EF4-FFF2-40B4-BE49-F238E27FC236}">
                <a16:creationId xmlns:a16="http://schemas.microsoft.com/office/drawing/2014/main" id="{07BF05A1-D23C-4593-A414-98281F7310C2}"/>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362D7346-5C73-4308-9A57-488690E9861E}"/>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67%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51BA8257-A6D2-45F5-86FF-D8EEC1D5BB56}"/>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99F1F546-D7F0-43BD-AE8C-7E23E7FED30F}"/>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@xomarky</a:t>
            </a:r>
          </a:p>
        </p:txBody>
      </p:sp>
      <p:sp>
        <p:nvSpPr>
          <p:cNvPr id="26" name="">
            <a:extLst xmlns:a="http://schemas.openxmlformats.org/drawingml/2006/main">
              <a:ext uri="{FF2B5EF4-FFF2-40B4-BE49-F238E27FC236}">
                <a16:creationId xmlns:a16="http://schemas.microsoft.com/office/drawing/2014/main" id="{36B13CA9-838F-46D7-8BCF-81DA66EDBFD6}"/>
              </a:ext>
            </a:extLst>
          </p:cNvPr>
          <p:cNvSpPr>
            <a:spLocks xmlns:a="http://schemas.openxmlformats.org/drawingml/2006/main" noGrp="1"/>
          </p:cNvSpPr>
          <p:nvPr/>
        </p:nvSpPr>
        <p:spPr>
          <a:xfrm xmlns:a="http://schemas.openxmlformats.org/drawingml/2006/main">
            <a:off x="647700" y="56673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27" name="">
            <a:extLst xmlns:a="http://schemas.openxmlformats.org/drawingml/2006/main">
              <a:ext uri="{FF2B5EF4-FFF2-40B4-BE49-F238E27FC236}">
                <a16:creationId xmlns:a16="http://schemas.microsoft.com/office/drawing/2014/main" id="{1E4D6C29-3BFE-41CB-821E-0E46A076B2A0}"/>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170,566</a:t>
            </a:r>
          </a:p>
        </p:txBody>
      </p:sp>
      <p:sp>
        <p:nvSpPr>
          <p:cNvPr id="28" name="">
            <a:extLst xmlns:a="http://schemas.openxmlformats.org/drawingml/2006/main">
              <a:ext uri="{FF2B5EF4-FFF2-40B4-BE49-F238E27FC236}">
                <a16:creationId xmlns:a16="http://schemas.microsoft.com/office/drawing/2014/main" id="{C637923F-2FF2-47E4-9225-441FB2AA5465}"/>
              </a:ext>
            </a:extLst>
          </p:cNvPr>
          <p:cNvSpPr>
            <a:spLocks xmlns:a="http://schemas.openxmlformats.org/drawingml/2006/main" noGrp="1"/>
          </p:cNvSpPr>
          <p:nvPr/>
        </p:nvSpPr>
        <p:spPr>
          <a:xfrm xmlns:a="http://schemas.openxmlformats.org/drawingml/2006/main">
            <a:off x="647700" y="62769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222,795  |  October: 52,229</a:t>
            </a:r>
          </a:p>
        </p:txBody>
      </p:sp>
      <p:sp>
        <p:nvSpPr>
          <p:cNvPr id="29" name="">
            <a:extLst xmlns:a="http://schemas.openxmlformats.org/drawingml/2006/main">
              <a:ext uri="{FF2B5EF4-FFF2-40B4-BE49-F238E27FC236}">
                <a16:creationId xmlns:a16="http://schemas.microsoft.com/office/drawing/2014/main" id="{40B87F37-EE40-45E7-A947-60B82A1671EF}"/>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A6EC5983-B7A6-4D61-8D2D-89C50C46C8DD}"/>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25% of Sep 1-8 (65/264)</a:t>
            </a:r>
          </a:p>
          <a:p xmlns:a="http://schemas.openxmlformats.org/drawingml/2006/main">
            <a:pPr>
              <a:defRPr sz="1275" b="0">
                <a:solidFill>
                  <a:srgbClr val="F7F4EC"/>
                </a:solidFill>
              </a:defRPr>
            </a:pPr>
            <a:r>
              <a:rPr sz="1275" b="0">
                <a:solidFill>
                  <a:srgbClr val="F7F4EC"/>
                </a:solidFill>
              </a:rPr>
              <a:t>Diamonds 23% of Sep 1-8 (52.2k/222.8k)</a:t>
            </a:r>
          </a:p>
        </p:txBody>
      </p:sp>
      <p:sp>
        <p:nvSpPr>
          <p:cNvPr id="31" name="">
            <a:extLst xmlns:a="http://schemas.openxmlformats.org/drawingml/2006/main">
              <a:ext uri="{FF2B5EF4-FFF2-40B4-BE49-F238E27FC236}">
                <a16:creationId xmlns:a16="http://schemas.microsoft.com/office/drawing/2014/main" id="{7BACF82C-9442-4E9A-9044-0D56344BE10F}"/>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4FFE3362-366C-437F-8AE4-CB7AAF6DF5EB}"/>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66%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33" name="">
            <a:extLst xmlns:a="http://schemas.openxmlformats.org/drawingml/2006/main">
              <a:ext uri="{FF2B5EF4-FFF2-40B4-BE49-F238E27FC236}">
                <a16:creationId xmlns:a16="http://schemas.microsoft.com/office/drawing/2014/main" id="{C0C10D98-4FCC-4963-A815-C3FFE1E8EE4E}"/>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8</a:t>
            </a:r>
          </a:p>
        </p:txBody>
      </p:sp>
    </p:spTree>
    <p:extLst>
      <p:ext uri="{BB962C8B-B14F-4D97-AF65-F5344CB8AC3E}">
        <p14:creationId xmlns:p14="http://schemas.microsoft.com/office/powerpoint/2010/main" val="2066923527"/>
      </p:ext>
    </p:extLst>
  </p:cSld>
</p:sld>
</file>

<file path=ppt/slides/slide9.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54BD431-4AAA-4A5F-A6AE-50FFD71A5D49}"/>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39679EF6-B0B6-4B40-8888-55B12789A279}"/>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02DDF821-C58C-4BD5-B0DD-D6EBD5F1852D}"/>
              </a:ext>
            </a:extLst>
          </p:cNvPr>
          <p:cNvPicPr>
            <a:picLocks xmlns:a="http://schemas.openxmlformats.org/drawingml/2006/main" noChangeAspect="1"/>
          </p:cNvPicPr>
          <p:nvPr/>
        </p:nvPicPr>
        <p:blipFill>
          <a:blip xmlns:r="http://schemas.openxmlformats.org/officeDocument/2006/relationships" xmlns:a="http://schemas.openxmlformats.org/drawingml/2006/main" r:embed="R3af9a87b1b5c478f"/>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F116310-9998-4CCC-B819-8103F5154B03}"/>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B8CA1627-12D7-4C57-8B7F-F0FDCE24943B}"/>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996B3F25-4473-4705-B170-86C5CB627EA4}"/>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6A916211-5E2A-4B70-AB5D-109244AD9AC5}"/>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@flexzontik</a:t>
            </a:r>
          </a:p>
        </p:txBody>
      </p:sp>
      <p:sp>
        <p:nvSpPr>
          <p:cNvPr id="8" name="">
            <a:extLst xmlns:a="http://schemas.openxmlformats.org/drawingml/2006/main">
              <a:ext uri="{FF2B5EF4-FFF2-40B4-BE49-F238E27FC236}">
                <a16:creationId xmlns:a16="http://schemas.microsoft.com/office/drawing/2014/main" id="{57CE74D3-22FE-49EB-9DA9-C047B6AFB444}"/>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E1710BAF-B169-478A-BCB3-0D5599A189C6}"/>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142,857</a:t>
            </a:r>
          </a:p>
        </p:txBody>
      </p:sp>
      <p:sp>
        <p:nvSpPr>
          <p:cNvPr id="10" name="">
            <a:extLst xmlns:a="http://schemas.openxmlformats.org/drawingml/2006/main">
              <a:ext uri="{FF2B5EF4-FFF2-40B4-BE49-F238E27FC236}">
                <a16:creationId xmlns:a16="http://schemas.microsoft.com/office/drawing/2014/main" id="{366CCA6C-BCB5-43A0-A502-1187E9FD422F}"/>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148,355  |  October: 5,498</a:t>
            </a:r>
          </a:p>
        </p:txBody>
      </p:sp>
      <p:sp>
        <p:nvSpPr>
          <p:cNvPr id="11" name="">
            <a:extLst xmlns:a="http://schemas.openxmlformats.org/drawingml/2006/main">
              <a:ext uri="{FF2B5EF4-FFF2-40B4-BE49-F238E27FC236}">
                <a16:creationId xmlns:a16="http://schemas.microsoft.com/office/drawing/2014/main" id="{EE00E9D9-A23C-448C-98B5-DC876030372A}"/>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6E5B3C3B-B38C-43DA-9DDB-B796EED3D5BF}"/>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 of Sep 1-8 (5.5k/148.4k)</a:t>
            </a:r>
          </a:p>
          <a:p xmlns:a="http://schemas.openxmlformats.org/drawingml/2006/main">
            <a:pPr>
              <a:defRPr sz="1275" b="0">
                <a:solidFill>
                  <a:srgbClr val="F7F4EC"/>
                </a:solidFill>
              </a:defRPr>
            </a:pPr>
            <a:r>
              <a:rPr sz="1275" b="0">
                <a:solidFill>
                  <a:srgbClr val="F7F4EC"/>
                </a:solidFill>
              </a:rPr>
              <a:t>Hours 26% of Sep 1-8 (6h/21h)</a:t>
            </a:r>
          </a:p>
        </p:txBody>
      </p:sp>
      <p:sp>
        <p:nvSpPr>
          <p:cNvPr id="13" name="">
            <a:extLst xmlns:a="http://schemas.openxmlformats.org/drawingml/2006/main">
              <a:ext uri="{FF2B5EF4-FFF2-40B4-BE49-F238E27FC236}">
                <a16:creationId xmlns:a16="http://schemas.microsoft.com/office/drawing/2014/main" id="{AE0DDB83-EC04-4710-8FD1-AAE96D72DD42}"/>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BA0B5833-3249-4646-890D-BA7BDD8017DF}"/>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26%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0356E693-5912-4490-A17F-4043BB091870}"/>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16F0FEE9-AB2D-4640-A7E7-09249934455A}"/>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@lukebennett170.2</a:t>
            </a:r>
          </a:p>
        </p:txBody>
      </p:sp>
      <p:sp>
        <p:nvSpPr>
          <p:cNvPr id="17" name="">
            <a:extLst xmlns:a="http://schemas.openxmlformats.org/drawingml/2006/main">
              <a:ext uri="{FF2B5EF4-FFF2-40B4-BE49-F238E27FC236}">
                <a16:creationId xmlns:a16="http://schemas.microsoft.com/office/drawing/2014/main" id="{E1EB91E2-B38F-4FF2-95E4-FEE5A0FCC139}"/>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635D6BAA-1097-4285-8EC5-C145BAA04A40}"/>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116,158</a:t>
            </a:r>
          </a:p>
        </p:txBody>
      </p:sp>
      <p:sp>
        <p:nvSpPr>
          <p:cNvPr id="19" name="">
            <a:extLst xmlns:a="http://schemas.openxmlformats.org/drawingml/2006/main">
              <a:ext uri="{FF2B5EF4-FFF2-40B4-BE49-F238E27FC236}">
                <a16:creationId xmlns:a16="http://schemas.microsoft.com/office/drawing/2014/main" id="{B5366AC6-9F34-474A-95D5-66DFBD420D38}"/>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437,284  |  October: 321,126</a:t>
            </a:r>
          </a:p>
        </p:txBody>
      </p:sp>
      <p:sp>
        <p:nvSpPr>
          <p:cNvPr id="20" name="">
            <a:extLst xmlns:a="http://schemas.openxmlformats.org/drawingml/2006/main">
              <a:ext uri="{FF2B5EF4-FFF2-40B4-BE49-F238E27FC236}">
                <a16:creationId xmlns:a16="http://schemas.microsoft.com/office/drawing/2014/main" id="{8291A4AE-991C-4EE0-9C06-62A492550801}"/>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98159348-828F-4536-B2D3-77D74E9160D7}"/>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Same activity; diamonds 73% of Sep 1-8</a:t>
            </a:r>
          </a:p>
        </p:txBody>
      </p:sp>
      <p:sp>
        <p:nvSpPr>
          <p:cNvPr id="22" name="">
            <a:extLst xmlns:a="http://schemas.openxmlformats.org/drawingml/2006/main">
              <a:ext uri="{FF2B5EF4-FFF2-40B4-BE49-F238E27FC236}">
                <a16:creationId xmlns:a16="http://schemas.microsoft.com/office/drawing/2014/main" id="{F258981F-3889-4419-893C-90E2E160328A}"/>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947A0B7A-603F-4C37-8B09-D584C50D4200}"/>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24" name="">
            <a:extLst xmlns:a="http://schemas.openxmlformats.org/drawingml/2006/main">
              <a:ext uri="{FF2B5EF4-FFF2-40B4-BE49-F238E27FC236}">
                <a16:creationId xmlns:a16="http://schemas.microsoft.com/office/drawing/2014/main" id="{3F603B35-E903-4C18-9491-803A4DE18E62}"/>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66BE6D01-96D0-4AB0-9023-C6FC6C3FCFB2}"/>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@libbyamberxoxo</a:t>
            </a:r>
          </a:p>
        </p:txBody>
      </p:sp>
      <p:sp>
        <p:nvSpPr>
          <p:cNvPr id="26" name="">
            <a:extLst xmlns:a="http://schemas.openxmlformats.org/drawingml/2006/main">
              <a:ext uri="{FF2B5EF4-FFF2-40B4-BE49-F238E27FC236}">
                <a16:creationId xmlns:a16="http://schemas.microsoft.com/office/drawing/2014/main" id="{7D626D10-0FA5-45D4-9CBE-1D730BC3020A}"/>
              </a:ext>
            </a:extLst>
          </p:cNvPr>
          <p:cNvSpPr>
            <a:spLocks xmlns:a="http://schemas.openxmlformats.org/drawingml/2006/main" noGrp="1"/>
          </p:cNvSpPr>
          <p:nvPr/>
        </p:nvSpPr>
        <p:spPr>
          <a:xfrm xmlns:a="http://schemas.openxmlformats.org/drawingml/2006/main">
            <a:off x="647700" y="56673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27" name="">
            <a:extLst xmlns:a="http://schemas.openxmlformats.org/drawingml/2006/main">
              <a:ext uri="{FF2B5EF4-FFF2-40B4-BE49-F238E27FC236}">
                <a16:creationId xmlns:a16="http://schemas.microsoft.com/office/drawing/2014/main" id="{B3A582A2-2B20-479B-B9E5-B6D4662318C8}"/>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72,139</a:t>
            </a:r>
          </a:p>
        </p:txBody>
      </p:sp>
      <p:sp>
        <p:nvSpPr>
          <p:cNvPr id="28" name="">
            <a:extLst xmlns:a="http://schemas.openxmlformats.org/drawingml/2006/main">
              <a:ext uri="{FF2B5EF4-FFF2-40B4-BE49-F238E27FC236}">
                <a16:creationId xmlns:a16="http://schemas.microsoft.com/office/drawing/2014/main" id="{4C3BA8D6-CC8D-480F-90CA-9547C1A74463}"/>
              </a:ext>
            </a:extLst>
          </p:cNvPr>
          <p:cNvSpPr>
            <a:spLocks xmlns:a="http://schemas.openxmlformats.org/drawingml/2006/main" noGrp="1"/>
          </p:cNvSpPr>
          <p:nvPr/>
        </p:nvSpPr>
        <p:spPr>
          <a:xfrm xmlns:a="http://schemas.openxmlformats.org/drawingml/2006/main">
            <a:off x="647700" y="62769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105,597  |  October: 33,458</a:t>
            </a:r>
          </a:p>
        </p:txBody>
      </p:sp>
      <p:sp>
        <p:nvSpPr>
          <p:cNvPr id="29" name="">
            <a:extLst xmlns:a="http://schemas.openxmlformats.org/drawingml/2006/main">
              <a:ext uri="{FF2B5EF4-FFF2-40B4-BE49-F238E27FC236}">
                <a16:creationId xmlns:a16="http://schemas.microsoft.com/office/drawing/2014/main" id="{60D83EE9-A080-498B-B26A-65E24A893826}"/>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2EDA6494-1ACB-4568-8EED-384BC38F2DD4}"/>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35% of Sep 1-8 (7h/21h)</a:t>
            </a:r>
          </a:p>
          <a:p xmlns:a="http://schemas.openxmlformats.org/drawingml/2006/main">
            <a:pPr>
              <a:defRPr sz="1275" b="0">
                <a:solidFill>
                  <a:srgbClr val="F7F4EC"/>
                </a:solidFill>
              </a:defRPr>
            </a:pPr>
            <a:r>
              <a:rPr sz="1275" b="0">
                <a:solidFill>
                  <a:srgbClr val="F7F4EC"/>
                </a:solidFill>
              </a:rPr>
              <a:t>Diamonds 32% of Sep 1-8 (33.5k/105.6k)</a:t>
            </a:r>
          </a:p>
        </p:txBody>
      </p:sp>
      <p:sp>
        <p:nvSpPr>
          <p:cNvPr id="31" name="">
            <a:extLst xmlns:a="http://schemas.openxmlformats.org/drawingml/2006/main">
              <a:ext uri="{FF2B5EF4-FFF2-40B4-BE49-F238E27FC236}">
                <a16:creationId xmlns:a16="http://schemas.microsoft.com/office/drawing/2014/main" id="{9815360B-BA84-41EE-BD5C-AA4427BB4973}"/>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E0F75809-0537-482D-9015-246A047AEA78}"/>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33" name="">
            <a:extLst xmlns:a="http://schemas.openxmlformats.org/drawingml/2006/main">
              <a:ext uri="{FF2B5EF4-FFF2-40B4-BE49-F238E27FC236}">
                <a16:creationId xmlns:a16="http://schemas.microsoft.com/office/drawing/2014/main" id="{AF375BBA-DD4F-42EB-830C-9CC3567C30F1}"/>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9</a:t>
            </a:r>
          </a:p>
        </p:txBody>
      </p:sp>
    </p:spTree>
    <p:extLst>
      <p:ext uri="{BB962C8B-B14F-4D97-AF65-F5344CB8AC3E}">
        <p14:creationId xmlns:p14="http://schemas.microsoft.com/office/powerpoint/2010/main" val="2072742200"/>
      </p:ext>
    </p:extLst>
  </p:cSld>
</p:sld>
</file>

<file path=ppt/slides/slide10.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D72897E-5080-47E2-BA4A-DED3BB01B5A1}"/>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2E7C4EEE-BE0F-4E9F-B9BF-4DDD30E9B4FE}"/>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C515011A-2281-4D37-ADAC-209891946D60}"/>
              </a:ext>
            </a:extLst>
          </p:cNvPr>
          <p:cNvPicPr>
            <a:picLocks xmlns:a="http://schemas.openxmlformats.org/drawingml/2006/main" noChangeAspect="1"/>
          </p:cNvPicPr>
          <p:nvPr/>
        </p:nvPicPr>
        <p:blipFill>
          <a:blip xmlns:r="http://schemas.openxmlformats.org/officeDocument/2006/relationships" xmlns:a="http://schemas.openxmlformats.org/drawingml/2006/main" r:embed="R3959ba0ea0a44ce8"/>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A029A66-02EA-492C-A115-B16EA41AE036}"/>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6FA4B927-702F-4F34-9633-444D8925B141}"/>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FF313127-D336-4499-9ECB-C2DA677C09D1}"/>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834E8637-5FE9-428B-A42E-A4E968DA741D}"/>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@lucylou449</a:t>
            </a:r>
          </a:p>
        </p:txBody>
      </p:sp>
      <p:sp>
        <p:nvSpPr>
          <p:cNvPr id="8" name="">
            <a:extLst xmlns:a="http://schemas.openxmlformats.org/drawingml/2006/main">
              <a:ext uri="{FF2B5EF4-FFF2-40B4-BE49-F238E27FC236}">
                <a16:creationId xmlns:a16="http://schemas.microsoft.com/office/drawing/2014/main" id="{58B2A65C-CBE4-44F1-9502-83584F725940}"/>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6AFD898B-673F-41AE-BDEF-34AAB858AB65}"/>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60,191</a:t>
            </a:r>
          </a:p>
        </p:txBody>
      </p:sp>
      <p:sp>
        <p:nvSpPr>
          <p:cNvPr id="10" name="">
            <a:extLst xmlns:a="http://schemas.openxmlformats.org/drawingml/2006/main">
              <a:ext uri="{FF2B5EF4-FFF2-40B4-BE49-F238E27FC236}">
                <a16:creationId xmlns:a16="http://schemas.microsoft.com/office/drawing/2014/main" id="{CCA0F462-DD8B-4A27-B416-A2DEC8082ABA}"/>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88,792  |  October: 28,601</a:t>
            </a:r>
          </a:p>
        </p:txBody>
      </p:sp>
      <p:sp>
        <p:nvSpPr>
          <p:cNvPr id="11" name="">
            <a:extLst xmlns:a="http://schemas.openxmlformats.org/drawingml/2006/main">
              <a:ext uri="{FF2B5EF4-FFF2-40B4-BE49-F238E27FC236}">
                <a16:creationId xmlns:a16="http://schemas.microsoft.com/office/drawing/2014/main" id="{5E17C5E6-2812-439A-A265-C862B3CE0022}"/>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77ED291F-1CDE-4D92-94D6-1BF72D43D5E5}"/>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22% of Sep 1-8 (16/73)</a:t>
            </a:r>
          </a:p>
          <a:p xmlns:a="http://schemas.openxmlformats.org/drawingml/2006/main">
            <a:pPr>
              <a:defRPr sz="1275" b="0">
                <a:solidFill>
                  <a:srgbClr val="F7F4EC"/>
                </a:solidFill>
              </a:defRPr>
            </a:pPr>
            <a:r>
              <a:rPr sz="1275" b="0">
                <a:solidFill>
                  <a:srgbClr val="F7F4EC"/>
                </a:solidFill>
              </a:rPr>
              <a:t>Streams 38% of Sep 1-8 (3/8)</a:t>
            </a:r>
          </a:p>
        </p:txBody>
      </p:sp>
      <p:sp>
        <p:nvSpPr>
          <p:cNvPr id="13" name="">
            <a:extLst xmlns:a="http://schemas.openxmlformats.org/drawingml/2006/main">
              <a:ext uri="{FF2B5EF4-FFF2-40B4-BE49-F238E27FC236}">
                <a16:creationId xmlns:a16="http://schemas.microsoft.com/office/drawing/2014/main" id="{FCA92570-B51B-4056-B1A1-A76BF4DB4754}"/>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4932C200-7E31-4950-A54D-58380FF39E6B}"/>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44%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BA89C68C-6FFC-4B72-BFAF-10484752BA7D}"/>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B1B33043-834E-41DA-AE5A-65143DC5234E}"/>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@vitaliacy0</a:t>
            </a:r>
          </a:p>
        </p:txBody>
      </p:sp>
      <p:sp>
        <p:nvSpPr>
          <p:cNvPr id="17" name="">
            <a:extLst xmlns:a="http://schemas.openxmlformats.org/drawingml/2006/main">
              <a:ext uri="{FF2B5EF4-FFF2-40B4-BE49-F238E27FC236}">
                <a16:creationId xmlns:a16="http://schemas.microsoft.com/office/drawing/2014/main" id="{E32B04DF-A6AC-4D1E-9977-145A2A03595F}"/>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D0C0D645-5779-4AD5-8DD8-B8DA1AAE68E5}"/>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58,811</a:t>
            </a:r>
          </a:p>
        </p:txBody>
      </p:sp>
      <p:sp>
        <p:nvSpPr>
          <p:cNvPr id="19" name="">
            <a:extLst xmlns:a="http://schemas.openxmlformats.org/drawingml/2006/main">
              <a:ext uri="{FF2B5EF4-FFF2-40B4-BE49-F238E27FC236}">
                <a16:creationId xmlns:a16="http://schemas.microsoft.com/office/drawing/2014/main" id="{46817DEC-5B28-451C-B531-2FB8AC92DD3C}"/>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144,792  |  October: 85,981</a:t>
            </a:r>
          </a:p>
        </p:txBody>
      </p:sp>
      <p:sp>
        <p:nvSpPr>
          <p:cNvPr id="20" name="">
            <a:extLst xmlns:a="http://schemas.openxmlformats.org/drawingml/2006/main">
              <a:ext uri="{FF2B5EF4-FFF2-40B4-BE49-F238E27FC236}">
                <a16:creationId xmlns:a16="http://schemas.microsoft.com/office/drawing/2014/main" id="{B26C6DD1-F6CB-4841-8F96-726EB8D5A406}"/>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B38537F1-B8AE-4C39-8651-605C637449AB}"/>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2% of Sep 1-8 (4/168)</a:t>
            </a:r>
          </a:p>
          <a:p xmlns:a="http://schemas.openxmlformats.org/drawingml/2006/main">
            <a:pPr>
              <a:defRPr sz="1275" b="0">
                <a:solidFill>
                  <a:srgbClr val="F7F4EC"/>
                </a:solidFill>
              </a:defRPr>
            </a:pPr>
            <a:r>
              <a:rPr sz="1275" b="0">
                <a:solidFill>
                  <a:srgbClr val="F7F4EC"/>
                </a:solidFill>
              </a:rPr>
              <a:t>Same activity; diamonds 59% of Sep 1-8</a:t>
            </a:r>
          </a:p>
        </p:txBody>
      </p:sp>
      <p:sp>
        <p:nvSpPr>
          <p:cNvPr id="22" name="">
            <a:extLst xmlns:a="http://schemas.openxmlformats.org/drawingml/2006/main">
              <a:ext uri="{FF2B5EF4-FFF2-40B4-BE49-F238E27FC236}">
                <a16:creationId xmlns:a16="http://schemas.microsoft.com/office/drawing/2014/main" id="{03141B0B-E3E2-42EE-9F36-8E2884BEFF69}"/>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9C9F6900-1F51-4CA8-8F3A-92A76784E263}"/>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a:p xmlns:a="http://schemas.openxmlformats.org/drawingml/2006/main">
            <a:r>
              <a:t/>
            </a:r>
          </a:p>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24" name="">
            <a:extLst xmlns:a="http://schemas.openxmlformats.org/drawingml/2006/main">
              <a:ext uri="{FF2B5EF4-FFF2-40B4-BE49-F238E27FC236}">
                <a16:creationId xmlns:a16="http://schemas.microsoft.com/office/drawing/2014/main" id="{4F030170-F978-4D0A-B2CE-2E7638AE8E7D}"/>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8B7AA203-0B53-432D-986C-B02CF3BB59AD}"/>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@j.wliveacc</a:t>
            </a:r>
          </a:p>
        </p:txBody>
      </p:sp>
      <p:sp>
        <p:nvSpPr>
          <p:cNvPr id="26" name="">
            <a:extLst xmlns:a="http://schemas.openxmlformats.org/drawingml/2006/main">
              <a:ext uri="{FF2B5EF4-FFF2-40B4-BE49-F238E27FC236}">
                <a16:creationId xmlns:a16="http://schemas.microsoft.com/office/drawing/2014/main" id="{1AA8F016-95C9-4381-9AEA-7C97C56FC5B4}"/>
              </a:ext>
            </a:extLst>
          </p:cNvPr>
          <p:cNvSpPr>
            <a:spLocks xmlns:a="http://schemas.openxmlformats.org/drawingml/2006/main" noGrp="1"/>
          </p:cNvSpPr>
          <p:nvPr/>
        </p:nvSpPr>
        <p:spPr>
          <a:xfrm xmlns:a="http://schemas.openxmlformats.org/drawingml/2006/main">
            <a:off x="647700" y="56673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27" name="">
            <a:extLst xmlns:a="http://schemas.openxmlformats.org/drawingml/2006/main">
              <a:ext uri="{FF2B5EF4-FFF2-40B4-BE49-F238E27FC236}">
                <a16:creationId xmlns:a16="http://schemas.microsoft.com/office/drawing/2014/main" id="{7A3F3FC6-785B-410B-8BE4-40F0ECBEE191}"/>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55,136</a:t>
            </a:r>
          </a:p>
        </p:txBody>
      </p:sp>
      <p:sp>
        <p:nvSpPr>
          <p:cNvPr id="28" name="">
            <a:extLst xmlns:a="http://schemas.openxmlformats.org/drawingml/2006/main">
              <a:ext uri="{FF2B5EF4-FFF2-40B4-BE49-F238E27FC236}">
                <a16:creationId xmlns:a16="http://schemas.microsoft.com/office/drawing/2014/main" id="{AF5A47F4-8D3A-43B6-8481-A9014751AA45}"/>
              </a:ext>
            </a:extLst>
          </p:cNvPr>
          <p:cNvSpPr>
            <a:spLocks xmlns:a="http://schemas.openxmlformats.org/drawingml/2006/main" noGrp="1"/>
          </p:cNvSpPr>
          <p:nvPr/>
        </p:nvSpPr>
        <p:spPr>
          <a:xfrm xmlns:a="http://schemas.openxmlformats.org/drawingml/2006/main">
            <a:off x="647700" y="62769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55,136  |  October: 0</a:t>
            </a:r>
          </a:p>
        </p:txBody>
      </p:sp>
      <p:sp>
        <p:nvSpPr>
          <p:cNvPr id="29" name="">
            <a:extLst xmlns:a="http://schemas.openxmlformats.org/drawingml/2006/main">
              <a:ext uri="{FF2B5EF4-FFF2-40B4-BE49-F238E27FC236}">
                <a16:creationId xmlns:a16="http://schemas.microsoft.com/office/drawing/2014/main" id="{6B2B285E-DCED-437A-BE6F-2FDAB0897C4F}"/>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D88FC972-D719-4E1E-B443-A660677A0919}"/>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31" name="">
            <a:extLst xmlns:a="http://schemas.openxmlformats.org/drawingml/2006/main">
              <a:ext uri="{FF2B5EF4-FFF2-40B4-BE49-F238E27FC236}">
                <a16:creationId xmlns:a16="http://schemas.microsoft.com/office/drawing/2014/main" id="{37F567DE-41AF-4AA7-8AA1-9F0FE6EC4A2A}"/>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E85C4ADE-7072-442E-BEBD-EE6F972D6698}"/>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33" name="">
            <a:extLst xmlns:a="http://schemas.openxmlformats.org/drawingml/2006/main">
              <a:ext uri="{FF2B5EF4-FFF2-40B4-BE49-F238E27FC236}">
                <a16:creationId xmlns:a16="http://schemas.microsoft.com/office/drawing/2014/main" id="{696078AD-BF42-42F1-8B18-D875E3550A35}"/>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10</a:t>
            </a:r>
          </a:p>
        </p:txBody>
      </p:sp>
    </p:spTree>
    <p:extLst>
      <p:ext uri="{BB962C8B-B14F-4D97-AF65-F5344CB8AC3E}">
        <p14:creationId xmlns:p14="http://schemas.microsoft.com/office/powerpoint/2010/main" val="1252353"/>
      </p:ext>
    </p:extLst>
  </p:cSld>
</p:sld>
</file>

<file path=ppt/slides/slide11.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70371F0-24D5-4BCA-9677-3D1944FF005D}"/>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3B12352E-B9B3-4B3B-A770-BC1BCC390B62}"/>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B8BB53E7-C36A-4239-9779-163C10C077D8}"/>
              </a:ext>
            </a:extLst>
          </p:cNvPr>
          <p:cNvPicPr>
            <a:picLocks xmlns:a="http://schemas.openxmlformats.org/drawingml/2006/main" noChangeAspect="1"/>
          </p:cNvPicPr>
          <p:nvPr/>
        </p:nvPicPr>
        <p:blipFill>
          <a:blip xmlns:r="http://schemas.openxmlformats.org/officeDocument/2006/relationships" xmlns:a="http://schemas.openxmlformats.org/drawingml/2006/main" r:embed="Rd90a304f63f74ffd"/>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171305-DD4A-4647-BB32-83F6C062823C}"/>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66BB773B-B36E-4265-BD70-A09819F63FA0}"/>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EE017D34-1E48-4B69-8B84-83F11C0F5C51}"/>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6DB064E9-A24D-4891-92A5-ED2E7FEFF509}"/>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@poppy_cooper06</a:t>
            </a:r>
          </a:p>
        </p:txBody>
      </p:sp>
      <p:sp>
        <p:nvSpPr>
          <p:cNvPr id="8" name="">
            <a:extLst xmlns:a="http://schemas.openxmlformats.org/drawingml/2006/main">
              <a:ext uri="{FF2B5EF4-FFF2-40B4-BE49-F238E27FC236}">
                <a16:creationId xmlns:a16="http://schemas.microsoft.com/office/drawing/2014/main" id="{974D3971-7D74-4278-A7F7-8BB0662D2881}"/>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CB14DA63-B704-45A4-A014-838B41069C99}"/>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50,135</a:t>
            </a:r>
          </a:p>
        </p:txBody>
      </p:sp>
      <p:sp>
        <p:nvSpPr>
          <p:cNvPr id="10" name="">
            <a:extLst xmlns:a="http://schemas.openxmlformats.org/drawingml/2006/main">
              <a:ext uri="{FF2B5EF4-FFF2-40B4-BE49-F238E27FC236}">
                <a16:creationId xmlns:a16="http://schemas.microsoft.com/office/drawing/2014/main" id="{32E72BA1-56A3-4B18-AE23-034F3B4F5D8D}"/>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69,469  |  October: 19,334</a:t>
            </a:r>
          </a:p>
        </p:txBody>
      </p:sp>
      <p:sp>
        <p:nvSpPr>
          <p:cNvPr id="11" name="">
            <a:extLst xmlns:a="http://schemas.openxmlformats.org/drawingml/2006/main">
              <a:ext uri="{FF2B5EF4-FFF2-40B4-BE49-F238E27FC236}">
                <a16:creationId xmlns:a16="http://schemas.microsoft.com/office/drawing/2014/main" id="{9885BDEE-E7E6-45E9-8071-9E2D7049C71D}"/>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892C2167-4F9A-46DE-B711-81F315FA3928}"/>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14% of Sep 1-8 (9/65)</a:t>
            </a:r>
          </a:p>
          <a:p xmlns:a="http://schemas.openxmlformats.org/drawingml/2006/main">
            <a:pPr>
              <a:defRPr sz="1275" b="0">
                <a:solidFill>
                  <a:srgbClr val="F7F4EC"/>
                </a:solidFill>
              </a:defRPr>
            </a:pPr>
            <a:r>
              <a:rPr sz="1275" b="0">
                <a:solidFill>
                  <a:srgbClr val="F7F4EC"/>
                </a:solidFill>
              </a:rPr>
              <a:t>Diamonds 28% of Sep 1-8 (19.3k/69.5k)</a:t>
            </a:r>
          </a:p>
        </p:txBody>
      </p:sp>
      <p:sp>
        <p:nvSpPr>
          <p:cNvPr id="13" name="">
            <a:extLst xmlns:a="http://schemas.openxmlformats.org/drawingml/2006/main">
              <a:ext uri="{FF2B5EF4-FFF2-40B4-BE49-F238E27FC236}">
                <a16:creationId xmlns:a16="http://schemas.microsoft.com/office/drawing/2014/main" id="{2A09D19D-06BE-42DB-B253-08DE4BEEBDB3}"/>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5ECF4144-C29F-40CC-BD85-54BF6E7860E0}"/>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50%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F2A1374B-E349-4B5E-B644-EE4E2B2DA561}"/>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16630145-ADBF-4B72-B7C4-ABB147CAE543}"/>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@kyzwrld1</a:t>
            </a:r>
          </a:p>
        </p:txBody>
      </p:sp>
      <p:sp>
        <p:nvSpPr>
          <p:cNvPr id="17" name="">
            <a:extLst xmlns:a="http://schemas.openxmlformats.org/drawingml/2006/main">
              <a:ext uri="{FF2B5EF4-FFF2-40B4-BE49-F238E27FC236}">
                <a16:creationId xmlns:a16="http://schemas.microsoft.com/office/drawing/2014/main" id="{6AC5AB54-2026-4ED2-90A7-2B271FA3011A}"/>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A4511323-8351-4C64-A53E-2E0307B7CC6A}"/>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38,748</a:t>
            </a:r>
          </a:p>
        </p:txBody>
      </p:sp>
      <p:sp>
        <p:nvSpPr>
          <p:cNvPr id="19" name="">
            <a:extLst xmlns:a="http://schemas.openxmlformats.org/drawingml/2006/main">
              <a:ext uri="{FF2B5EF4-FFF2-40B4-BE49-F238E27FC236}">
                <a16:creationId xmlns:a16="http://schemas.microsoft.com/office/drawing/2014/main" id="{B4F883CD-A6BD-448D-AAF5-BF01E8BA1759}"/>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148,172  |  October: 109,424</a:t>
            </a:r>
          </a:p>
        </p:txBody>
      </p:sp>
      <p:sp>
        <p:nvSpPr>
          <p:cNvPr id="20" name="">
            <a:extLst xmlns:a="http://schemas.openxmlformats.org/drawingml/2006/main">
              <a:ext uri="{FF2B5EF4-FFF2-40B4-BE49-F238E27FC236}">
                <a16:creationId xmlns:a16="http://schemas.microsoft.com/office/drawing/2014/main" id="{CB2AC2D3-D259-4B21-961F-7B71187AA136}"/>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DBEBCC12-B2C2-4F79-9707-AA6546480AD8}"/>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58% of Sep 1-8 (9h/15h)</a:t>
            </a:r>
          </a:p>
          <a:p xmlns:a="http://schemas.openxmlformats.org/drawingml/2006/main">
            <a:pPr>
              <a:defRPr sz="1275" b="0">
                <a:solidFill>
                  <a:srgbClr val="F7F4EC"/>
                </a:solidFill>
              </a:defRPr>
            </a:pPr>
            <a:r>
              <a:rPr sz="1275" b="0">
                <a:solidFill>
                  <a:srgbClr val="F7F4EC"/>
                </a:solidFill>
              </a:rPr>
              <a:t>Matches 50% of Sep 1-8 (42/84)</a:t>
            </a:r>
          </a:p>
        </p:txBody>
      </p:sp>
      <p:sp>
        <p:nvSpPr>
          <p:cNvPr id="22" name="">
            <a:extLst xmlns:a="http://schemas.openxmlformats.org/drawingml/2006/main">
              <a:ext uri="{FF2B5EF4-FFF2-40B4-BE49-F238E27FC236}">
                <a16:creationId xmlns:a16="http://schemas.microsoft.com/office/drawing/2014/main" id="{C53273F5-A1A8-4FDE-B2D6-68EEDA37352A}"/>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C9E666E0-5A37-430E-BDD2-C607BC6E1164}"/>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58%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C2684E1B-5EAF-4598-9ADA-0F23107BB1DE}"/>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C29781CB-D940-4EC3-8FEA-4E1627D0C9D6}"/>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@goldengun62</a:t>
            </a:r>
          </a:p>
        </p:txBody>
      </p:sp>
      <p:sp>
        <p:nvSpPr>
          <p:cNvPr id="26" name="">
            <a:extLst xmlns:a="http://schemas.openxmlformats.org/drawingml/2006/main">
              <a:ext uri="{FF2B5EF4-FFF2-40B4-BE49-F238E27FC236}">
                <a16:creationId xmlns:a16="http://schemas.microsoft.com/office/drawing/2014/main" id="{A00C6B45-899D-4E1A-A47C-E73D092AC132}"/>
              </a:ext>
            </a:extLst>
          </p:cNvPr>
          <p:cNvSpPr>
            <a:spLocks xmlns:a="http://schemas.openxmlformats.org/drawingml/2006/main" noGrp="1"/>
          </p:cNvSpPr>
          <p:nvPr/>
        </p:nvSpPr>
        <p:spPr>
          <a:xfrm xmlns:a="http://schemas.openxmlformats.org/drawingml/2006/main">
            <a:off x="647700" y="56673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27" name="">
            <a:extLst xmlns:a="http://schemas.openxmlformats.org/drawingml/2006/main">
              <a:ext uri="{FF2B5EF4-FFF2-40B4-BE49-F238E27FC236}">
                <a16:creationId xmlns:a16="http://schemas.microsoft.com/office/drawing/2014/main" id="{BA5C1D2E-398F-48CA-AA37-A962A24A2B46}"/>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35,394</a:t>
            </a:r>
          </a:p>
        </p:txBody>
      </p:sp>
      <p:sp>
        <p:nvSpPr>
          <p:cNvPr id="28" name="">
            <a:extLst xmlns:a="http://schemas.openxmlformats.org/drawingml/2006/main">
              <a:ext uri="{FF2B5EF4-FFF2-40B4-BE49-F238E27FC236}">
                <a16:creationId xmlns:a16="http://schemas.microsoft.com/office/drawing/2014/main" id="{5168DCE3-152B-4A1C-BC79-805BEF3E9113}"/>
              </a:ext>
            </a:extLst>
          </p:cNvPr>
          <p:cNvSpPr>
            <a:spLocks xmlns:a="http://schemas.openxmlformats.org/drawingml/2006/main" noGrp="1"/>
          </p:cNvSpPr>
          <p:nvPr/>
        </p:nvSpPr>
        <p:spPr>
          <a:xfrm xmlns:a="http://schemas.openxmlformats.org/drawingml/2006/main">
            <a:off x="647700" y="62769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66,773  |  October: 31,379</a:t>
            </a:r>
          </a:p>
        </p:txBody>
      </p:sp>
      <p:sp>
        <p:nvSpPr>
          <p:cNvPr id="29" name="">
            <a:extLst xmlns:a="http://schemas.openxmlformats.org/drawingml/2006/main">
              <a:ext uri="{FF2B5EF4-FFF2-40B4-BE49-F238E27FC236}">
                <a16:creationId xmlns:a16="http://schemas.microsoft.com/office/drawing/2014/main" id="{7C43036A-85CF-411F-B421-975608362713}"/>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3BAFE026-7498-441F-ADD4-CB776046DCF7}"/>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Same activity; diamonds 47% of Sep 1-8</a:t>
            </a:r>
          </a:p>
        </p:txBody>
      </p:sp>
      <p:sp>
        <p:nvSpPr>
          <p:cNvPr id="31" name="">
            <a:extLst xmlns:a="http://schemas.openxmlformats.org/drawingml/2006/main">
              <a:ext uri="{FF2B5EF4-FFF2-40B4-BE49-F238E27FC236}">
                <a16:creationId xmlns:a16="http://schemas.microsoft.com/office/drawing/2014/main" id="{0FCCCF7A-B3F8-41ED-8C7B-9A614C931EE2}"/>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1DA77AA2-52BE-4913-A2E3-6F76A70C7FF5}"/>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33" name="">
            <a:extLst xmlns:a="http://schemas.openxmlformats.org/drawingml/2006/main">
              <a:ext uri="{FF2B5EF4-FFF2-40B4-BE49-F238E27FC236}">
                <a16:creationId xmlns:a16="http://schemas.microsoft.com/office/drawing/2014/main" id="{C4AF40C8-E202-41E6-9F3E-0614C666FFA7}"/>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11</a:t>
            </a:r>
          </a:p>
        </p:txBody>
      </p:sp>
    </p:spTree>
    <p:extLst>
      <p:ext uri="{BB962C8B-B14F-4D97-AF65-F5344CB8AC3E}">
        <p14:creationId xmlns:p14="http://schemas.microsoft.com/office/powerpoint/2010/main" val="16153334"/>
      </p:ext>
    </p:extLst>
  </p:cSld>
</p:sld>
</file>

<file path=ppt/slides/slide12.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C2B56C2-E470-49BA-9A4C-5C7160CF61AF}"/>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F1B6BE08-6391-4DAE-905B-5658788E82C9}"/>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E407C587-2CF1-4549-8AE7-BD4DFAE42067}"/>
              </a:ext>
            </a:extLst>
          </p:cNvPr>
          <p:cNvPicPr>
            <a:picLocks xmlns:a="http://schemas.openxmlformats.org/drawingml/2006/main" noChangeAspect="1"/>
          </p:cNvPicPr>
          <p:nvPr/>
        </p:nvPicPr>
        <p:blipFill>
          <a:blip xmlns:r="http://schemas.openxmlformats.org/officeDocument/2006/relationships" xmlns:a="http://schemas.openxmlformats.org/drawingml/2006/main" r:embed="R4aecec5dc6d24cec"/>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AD7507E-1AAD-424A-84FA-301650C01351}"/>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firstclassagency_dan@outlook.com</a:t>
            </a:r>
          </a:p>
        </p:txBody>
      </p:sp>
      <p:sp>
        <p:nvSpPr>
          <p:cNvPr id="5" name="">
            <a:extLst xmlns:a="http://schemas.openxmlformats.org/drawingml/2006/main">
              <a:ext uri="{FF2B5EF4-FFF2-40B4-BE49-F238E27FC236}">
                <a16:creationId xmlns:a16="http://schemas.microsoft.com/office/drawing/2014/main" id="{EEA7338B-7F5F-4A3B-8164-2DC369322A5F}"/>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8DFEFEEE-629C-4A64-A068-4F540294A597}"/>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4824CAE9-6119-44B8-BF4F-D3CD3BC703F3}"/>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@ronniefieldd</a:t>
            </a:r>
          </a:p>
        </p:txBody>
      </p:sp>
      <p:sp>
        <p:nvSpPr>
          <p:cNvPr id="8" name="">
            <a:extLst xmlns:a="http://schemas.openxmlformats.org/drawingml/2006/main">
              <a:ext uri="{FF2B5EF4-FFF2-40B4-BE49-F238E27FC236}">
                <a16:creationId xmlns:a16="http://schemas.microsoft.com/office/drawing/2014/main" id="{4203422D-4A36-46B1-A526-FD74F9AABEDE}"/>
              </a:ext>
            </a:extLst>
          </p:cNvPr>
          <p:cNvSpPr>
            <a:spLocks xmlns:a="http://schemas.openxmlformats.org/drawingml/2006/main" noGrp="1"/>
          </p:cNvSpPr>
          <p:nvPr/>
        </p:nvSpPr>
        <p:spPr>
          <a:xfrm xmlns:a="http://schemas.openxmlformats.org/drawingml/2006/main">
            <a:off x="647700" y="3038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49EE282A-F298-48E4-A0E2-6D65674DC65C}"/>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29,059</a:t>
            </a:r>
          </a:p>
        </p:txBody>
      </p:sp>
      <p:sp>
        <p:nvSpPr>
          <p:cNvPr id="10" name="">
            <a:extLst xmlns:a="http://schemas.openxmlformats.org/drawingml/2006/main">
              <a:ext uri="{FF2B5EF4-FFF2-40B4-BE49-F238E27FC236}">
                <a16:creationId xmlns:a16="http://schemas.microsoft.com/office/drawing/2014/main" id="{F9F5966C-B2FB-49BD-B665-97E9903B88A4}"/>
              </a:ext>
            </a:extLst>
          </p:cNvPr>
          <p:cNvSpPr>
            <a:spLocks xmlns:a="http://schemas.openxmlformats.org/drawingml/2006/main" noGrp="1"/>
          </p:cNvSpPr>
          <p:nvPr/>
        </p:nvSpPr>
        <p:spPr>
          <a:xfrm xmlns:a="http://schemas.openxmlformats.org/drawingml/2006/main">
            <a:off x="647700" y="3648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29,638  |  October: 579</a:t>
            </a:r>
          </a:p>
        </p:txBody>
      </p:sp>
      <p:sp>
        <p:nvSpPr>
          <p:cNvPr id="11" name="">
            <a:extLst xmlns:a="http://schemas.openxmlformats.org/drawingml/2006/main">
              <a:ext uri="{FF2B5EF4-FFF2-40B4-BE49-F238E27FC236}">
                <a16:creationId xmlns:a16="http://schemas.microsoft.com/office/drawing/2014/main" id="{42DC1484-794A-4665-B765-E5942EE513E1}"/>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8C658A07-8099-45AE-BBFD-86440AD47ED4}"/>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2% of Sep 1-8 (579/29.6k)</a:t>
            </a:r>
          </a:p>
          <a:p xmlns:a="http://schemas.openxmlformats.org/drawingml/2006/main">
            <a:pPr>
              <a:defRPr sz="1275" b="0">
                <a:solidFill>
                  <a:srgbClr val="F7F4EC"/>
                </a:solidFill>
              </a:defRPr>
            </a:pPr>
            <a:r>
              <a:rPr sz="1275" b="0">
                <a:solidFill>
                  <a:srgbClr val="F7F4EC"/>
                </a:solidFill>
              </a:rPr>
              <a:t>Hours 18% of Sep 1-8 (3h/17h)</a:t>
            </a:r>
          </a:p>
        </p:txBody>
      </p:sp>
      <p:sp>
        <p:nvSpPr>
          <p:cNvPr id="13" name="">
            <a:extLst xmlns:a="http://schemas.openxmlformats.org/drawingml/2006/main">
              <a:ext uri="{FF2B5EF4-FFF2-40B4-BE49-F238E27FC236}">
                <a16:creationId xmlns:a16="http://schemas.microsoft.com/office/drawing/2014/main" id="{BC032C54-0C23-47B4-B781-23173BF9DA2B}"/>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D2A0AC84-9CD5-4F29-B496-764CAFB783BE}"/>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18%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5D56CE9C-10C8-49F5-8568-9673AE03EB25}"/>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12</a:t>
            </a:r>
          </a:p>
        </p:txBody>
      </p:sp>
    </p:spTree>
    <p:extLst>
      <p:ext uri="{BB962C8B-B14F-4D97-AF65-F5344CB8AC3E}">
        <p14:creationId xmlns:p14="http://schemas.microsoft.com/office/powerpoint/2010/main" val="1977978857"/>
      </p:ext>
    </p:extLst>
  </p:cSld>
</p:sld>
</file>

<file path=ppt/slides/slide13.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62F5EAB-E352-418E-B8C4-A188510D0C30}"/>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A969CE2D-0176-4140-8C7F-196B00770D0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BCC6E250-B1FF-4004-AC62-1CCF85EA1A90}"/>
              </a:ext>
            </a:extLst>
          </p:cNvPr>
          <p:cNvPicPr>
            <a:picLocks xmlns:a="http://schemas.openxmlformats.org/drawingml/2006/main" noChangeAspect="1"/>
          </p:cNvPicPr>
          <p:nvPr/>
        </p:nvPicPr>
        <p:blipFill>
          <a:blip xmlns:r="http://schemas.openxmlformats.org/officeDocument/2006/relationships" xmlns:a="http://schemas.openxmlformats.org/drawingml/2006/main" r:embed="Rdde19cf5dcb946d9"/>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E07F128-391F-4327-B5A2-31B11887780B}"/>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firstclassagency_kayden@outlook.com</a:t>
            </a:r>
          </a:p>
        </p:txBody>
      </p:sp>
      <p:sp>
        <p:nvSpPr>
          <p:cNvPr id="5" name="">
            <a:extLst xmlns:a="http://schemas.openxmlformats.org/drawingml/2006/main">
              <a:ext uri="{FF2B5EF4-FFF2-40B4-BE49-F238E27FC236}">
                <a16:creationId xmlns:a16="http://schemas.microsoft.com/office/drawing/2014/main" id="{B21C3198-C06D-4C54-B3EE-E6E54084AC62}"/>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2914DF09-11E8-419F-BD8D-7DA092D34654}"/>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031FB685-E1C3-4B8D-AF82-7D5CBB236629}"/>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@lissy.grwm0</a:t>
            </a:r>
          </a:p>
        </p:txBody>
      </p:sp>
      <p:sp>
        <p:nvSpPr>
          <p:cNvPr id="8" name="">
            <a:extLst xmlns:a="http://schemas.openxmlformats.org/drawingml/2006/main">
              <a:ext uri="{FF2B5EF4-FFF2-40B4-BE49-F238E27FC236}">
                <a16:creationId xmlns:a16="http://schemas.microsoft.com/office/drawing/2014/main" id="{E0351A6B-72F8-4A66-A874-B94658EBF0F4}"/>
              </a:ext>
            </a:extLst>
          </p:cNvPr>
          <p:cNvSpPr>
            <a:spLocks xmlns:a="http://schemas.openxmlformats.org/drawingml/2006/main" noGrp="1"/>
          </p:cNvSpPr>
          <p:nvPr/>
        </p:nvSpPr>
        <p:spPr>
          <a:xfrm xmlns:a="http://schemas.openxmlformats.org/drawingml/2006/main">
            <a:off x="647700" y="3038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2B2B1708-623D-47EE-97B4-34243E451F06}"/>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74,550</a:t>
            </a:r>
          </a:p>
        </p:txBody>
      </p:sp>
      <p:sp>
        <p:nvSpPr>
          <p:cNvPr id="10" name="">
            <a:extLst xmlns:a="http://schemas.openxmlformats.org/drawingml/2006/main">
              <a:ext uri="{FF2B5EF4-FFF2-40B4-BE49-F238E27FC236}">
                <a16:creationId xmlns:a16="http://schemas.microsoft.com/office/drawing/2014/main" id="{E894CFD0-497C-457F-A128-0B2163A1BF6F}"/>
              </a:ext>
            </a:extLst>
          </p:cNvPr>
          <p:cNvSpPr>
            <a:spLocks xmlns:a="http://schemas.openxmlformats.org/drawingml/2006/main" noGrp="1"/>
          </p:cNvSpPr>
          <p:nvPr/>
        </p:nvSpPr>
        <p:spPr>
          <a:xfrm xmlns:a="http://schemas.openxmlformats.org/drawingml/2006/main">
            <a:off x="647700" y="3648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78,492  |  October: 3,942</a:t>
            </a:r>
          </a:p>
        </p:txBody>
      </p:sp>
      <p:sp>
        <p:nvSpPr>
          <p:cNvPr id="11" name="">
            <a:extLst xmlns:a="http://schemas.openxmlformats.org/drawingml/2006/main">
              <a:ext uri="{FF2B5EF4-FFF2-40B4-BE49-F238E27FC236}">
                <a16:creationId xmlns:a16="http://schemas.microsoft.com/office/drawing/2014/main" id="{810FE755-FCBB-4249-9DF7-E715DD0C88F7}"/>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61F3F613-8EF9-4FFE-8D25-3755DC3D49ED}"/>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0% of Sep 1-8 (0h/6h)</a:t>
            </a:r>
          </a:p>
          <a:p xmlns:a="http://schemas.openxmlformats.org/drawingml/2006/main">
            <a:pPr>
              <a:defRPr sz="1275" b="0">
                <a:solidFill>
                  <a:srgbClr val="F7F4EC"/>
                </a:solidFill>
              </a:defRPr>
            </a:pPr>
            <a:r>
              <a:rPr sz="1275" b="0">
                <a:solidFill>
                  <a:srgbClr val="F7F4EC"/>
                </a:solidFill>
              </a:rPr>
              <a:t>Matches 5% of Sep 1-8 (2/40)</a:t>
            </a:r>
          </a:p>
        </p:txBody>
      </p:sp>
      <p:sp>
        <p:nvSpPr>
          <p:cNvPr id="13" name="">
            <a:extLst xmlns:a="http://schemas.openxmlformats.org/drawingml/2006/main">
              <a:ext uri="{FF2B5EF4-FFF2-40B4-BE49-F238E27FC236}">
                <a16:creationId xmlns:a16="http://schemas.microsoft.com/office/drawing/2014/main" id="{8E2C1A0D-78DA-4806-B659-11137B38F3A6}"/>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8AE08807-23C3-4B03-9E78-7AA1C09C84A6}"/>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76FBA486-B013-4C53-8855-9880738F1637}"/>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13</a:t>
            </a:r>
          </a:p>
        </p:txBody>
      </p:sp>
    </p:spTree>
    <p:extLst>
      <p:ext uri="{BB962C8B-B14F-4D97-AF65-F5344CB8AC3E}">
        <p14:creationId xmlns:p14="http://schemas.microsoft.com/office/powerpoint/2010/main" val="1901520647"/>
      </p:ext>
    </p:extLst>
  </p:cSld>
</p:sld>
</file>

<file path=ppt/slides/slide14.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7680399-BD4D-409E-B7A6-7C460D90D483}"/>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EE65B744-A47D-4E5D-B8A3-83C0F35F1A02}"/>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6E0E9248-ACF9-4EA5-B543-81A8D8CABC99}"/>
              </a:ext>
            </a:extLst>
          </p:cNvPr>
          <p:cNvPicPr>
            <a:picLocks xmlns:a="http://schemas.openxmlformats.org/drawingml/2006/main" noChangeAspect="1"/>
          </p:cNvPicPr>
          <p:nvPr/>
        </p:nvPicPr>
        <p:blipFill>
          <a:blip xmlns:r="http://schemas.openxmlformats.org/officeDocument/2006/relationships" xmlns:a="http://schemas.openxmlformats.org/drawingml/2006/main" r:embed="R85cff92683854149"/>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DACD071-2EBF-43BF-A067-8EA9E281097B}"/>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firstclassagency_kyran@outlook.com</a:t>
            </a:r>
          </a:p>
        </p:txBody>
      </p:sp>
      <p:sp>
        <p:nvSpPr>
          <p:cNvPr id="5" name="">
            <a:extLst xmlns:a="http://schemas.openxmlformats.org/drawingml/2006/main">
              <a:ext uri="{FF2B5EF4-FFF2-40B4-BE49-F238E27FC236}">
                <a16:creationId xmlns:a16="http://schemas.microsoft.com/office/drawing/2014/main" id="{4517D257-906C-40BB-93A4-46C85B9053DB}"/>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FF23CF02-9F09-439B-95BE-58A97F3BAD35}"/>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DC767661-413D-47AC-8599-5FA57ACDA46F}"/>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@x_cj_tokens_x</a:t>
            </a:r>
          </a:p>
        </p:txBody>
      </p:sp>
      <p:sp>
        <p:nvSpPr>
          <p:cNvPr id="8" name="">
            <a:extLst xmlns:a="http://schemas.openxmlformats.org/drawingml/2006/main">
              <a:ext uri="{FF2B5EF4-FFF2-40B4-BE49-F238E27FC236}">
                <a16:creationId xmlns:a16="http://schemas.microsoft.com/office/drawing/2014/main" id="{7DE261AF-5885-44F8-A0ED-B5C9AD48E4F1}"/>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D10CA0A5-9BE3-490A-B1EF-89DA2E09EEAE}"/>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145,526</a:t>
            </a:r>
          </a:p>
        </p:txBody>
      </p:sp>
      <p:sp>
        <p:nvSpPr>
          <p:cNvPr id="10" name="">
            <a:extLst xmlns:a="http://schemas.openxmlformats.org/drawingml/2006/main">
              <a:ext uri="{FF2B5EF4-FFF2-40B4-BE49-F238E27FC236}">
                <a16:creationId xmlns:a16="http://schemas.microsoft.com/office/drawing/2014/main" id="{8ECAE164-935C-49F6-B386-21D7ED0BCEFF}"/>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151,776  |  October: 6,250</a:t>
            </a:r>
          </a:p>
        </p:txBody>
      </p:sp>
      <p:sp>
        <p:nvSpPr>
          <p:cNvPr id="11" name="">
            <a:extLst xmlns:a="http://schemas.openxmlformats.org/drawingml/2006/main">
              <a:ext uri="{FF2B5EF4-FFF2-40B4-BE49-F238E27FC236}">
                <a16:creationId xmlns:a16="http://schemas.microsoft.com/office/drawing/2014/main" id="{27BC00DA-80EF-4860-BF39-32D436BC9E1E}"/>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A8E01B40-8EF5-4A7E-A090-7B1F3AAB0B21}"/>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 of Sep 1-8 (6.2k/151.8k)</a:t>
            </a:r>
          </a:p>
          <a:p xmlns:a="http://schemas.openxmlformats.org/drawingml/2006/main">
            <a:pPr>
              <a:defRPr sz="1275" b="0">
                <a:solidFill>
                  <a:srgbClr val="F7F4EC"/>
                </a:solidFill>
              </a:defRPr>
            </a:pPr>
            <a:r>
              <a:rPr sz="1275" b="0">
                <a:solidFill>
                  <a:srgbClr val="F7F4EC"/>
                </a:solidFill>
              </a:rPr>
              <a:t>Matches 13% of Sep 1-8 (27/203)</a:t>
            </a:r>
          </a:p>
        </p:txBody>
      </p:sp>
      <p:sp>
        <p:nvSpPr>
          <p:cNvPr id="13" name="">
            <a:extLst xmlns:a="http://schemas.openxmlformats.org/drawingml/2006/main">
              <a:ext uri="{FF2B5EF4-FFF2-40B4-BE49-F238E27FC236}">
                <a16:creationId xmlns:a16="http://schemas.microsoft.com/office/drawing/2014/main" id="{7CA58927-F7D0-4716-9A6A-D8DEB8869DA8}"/>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8CF88981-13FF-49B3-B91F-9B4A2965EFBB}"/>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24%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2CDB3419-9CE5-416E-867D-A09E700C91FD}"/>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72AE0320-6E07-4B02-84C8-EEA70ED955E2}"/>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@brandyfalconer</a:t>
            </a:r>
          </a:p>
        </p:txBody>
      </p:sp>
      <p:sp>
        <p:nvSpPr>
          <p:cNvPr id="17" name="">
            <a:extLst xmlns:a="http://schemas.openxmlformats.org/drawingml/2006/main">
              <a:ext uri="{FF2B5EF4-FFF2-40B4-BE49-F238E27FC236}">
                <a16:creationId xmlns:a16="http://schemas.microsoft.com/office/drawing/2014/main" id="{82E41B5A-BB31-4C34-8C82-38DBF20F895A}"/>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FCBA8DE5-A25F-4D25-9A1A-8AFAB4F7F0EC}"/>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54,999</a:t>
            </a:r>
          </a:p>
        </p:txBody>
      </p:sp>
      <p:sp>
        <p:nvSpPr>
          <p:cNvPr id="19" name="">
            <a:extLst xmlns:a="http://schemas.openxmlformats.org/drawingml/2006/main">
              <a:ext uri="{FF2B5EF4-FFF2-40B4-BE49-F238E27FC236}">
                <a16:creationId xmlns:a16="http://schemas.microsoft.com/office/drawing/2014/main" id="{1FCE7377-7604-42B7-A0BB-5D9616A1ABA0}"/>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60,600  |  October: 5,601</a:t>
            </a:r>
          </a:p>
        </p:txBody>
      </p:sp>
      <p:sp>
        <p:nvSpPr>
          <p:cNvPr id="20" name="">
            <a:extLst xmlns:a="http://schemas.openxmlformats.org/drawingml/2006/main">
              <a:ext uri="{FF2B5EF4-FFF2-40B4-BE49-F238E27FC236}">
                <a16:creationId xmlns:a16="http://schemas.microsoft.com/office/drawing/2014/main" id="{DECACC24-3721-4424-B24C-76721ADC4C60}"/>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8E67EC3B-9C8E-42E4-85DB-45A9EC83F4A3}"/>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0% of Sep 1-8 (0/24)</a:t>
            </a:r>
          </a:p>
          <a:p xmlns:a="http://schemas.openxmlformats.org/drawingml/2006/main">
            <a:pPr>
              <a:defRPr sz="1275" b="0">
                <a:solidFill>
                  <a:srgbClr val="F7F4EC"/>
                </a:solidFill>
              </a:defRPr>
            </a:pPr>
            <a:r>
              <a:rPr sz="1275" b="0">
                <a:solidFill>
                  <a:srgbClr val="F7F4EC"/>
                </a:solidFill>
              </a:rPr>
              <a:t>Hours 15% of Sep 1-8 (2h/11h)</a:t>
            </a:r>
          </a:p>
        </p:txBody>
      </p:sp>
      <p:sp>
        <p:nvSpPr>
          <p:cNvPr id="22" name="">
            <a:extLst xmlns:a="http://schemas.openxmlformats.org/drawingml/2006/main">
              <a:ext uri="{FF2B5EF4-FFF2-40B4-BE49-F238E27FC236}">
                <a16:creationId xmlns:a16="http://schemas.microsoft.com/office/drawing/2014/main" id="{D0D864C3-BE13-4A4C-88C3-EBD497E92F9D}"/>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C6019DF1-CC0A-4AF3-BDFD-ED0917C12DEC}"/>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15%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A61788EE-BB81-4D71-AE14-193FF4710E1D}"/>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14</a:t>
            </a:r>
          </a:p>
        </p:txBody>
      </p:sp>
    </p:spTree>
    <p:extLst>
      <p:ext uri="{BB962C8B-B14F-4D97-AF65-F5344CB8AC3E}">
        <p14:creationId xmlns:p14="http://schemas.microsoft.com/office/powerpoint/2010/main" val="1023680114"/>
      </p:ext>
    </p:extLst>
  </p:cSld>
</p:sld>
</file>

<file path=ppt/slides/slide15.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978108E-F422-45B3-BBAA-621E23346AA4}"/>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25880BAA-CE39-486A-9572-D6611BA84719}"/>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DB4F7BFA-6867-436B-B5C6-B08EC932ABF1}"/>
              </a:ext>
            </a:extLst>
          </p:cNvPr>
          <p:cNvPicPr>
            <a:picLocks xmlns:a="http://schemas.openxmlformats.org/drawingml/2006/main" noChangeAspect="1"/>
          </p:cNvPicPr>
          <p:nvPr/>
        </p:nvPicPr>
        <p:blipFill>
          <a:blip xmlns:r="http://schemas.openxmlformats.org/officeDocument/2006/relationships" xmlns:a="http://schemas.openxmlformats.org/drawingml/2006/main" r:embed="R9eb050707c734d38"/>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A2B14C9-6096-4F8B-8E09-4B8243B21450}"/>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firstclassagency_mavis@outlook.com</a:t>
            </a:r>
          </a:p>
        </p:txBody>
      </p:sp>
      <p:sp>
        <p:nvSpPr>
          <p:cNvPr id="5" name="">
            <a:extLst xmlns:a="http://schemas.openxmlformats.org/drawingml/2006/main">
              <a:ext uri="{FF2B5EF4-FFF2-40B4-BE49-F238E27FC236}">
                <a16:creationId xmlns:a16="http://schemas.microsoft.com/office/drawing/2014/main" id="{72610B16-67A2-4239-A6A4-D47FF0EF3624}"/>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B4FB803F-AA9A-4AC2-90E9-54D1C6B12E86}"/>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A79E1181-9EA7-41D6-8428-E350FB6F7F3C}"/>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@rosiehughes81</a:t>
            </a:r>
          </a:p>
        </p:txBody>
      </p:sp>
      <p:sp>
        <p:nvSpPr>
          <p:cNvPr id="8" name="">
            <a:extLst xmlns:a="http://schemas.openxmlformats.org/drawingml/2006/main">
              <a:ext uri="{FF2B5EF4-FFF2-40B4-BE49-F238E27FC236}">
                <a16:creationId xmlns:a16="http://schemas.microsoft.com/office/drawing/2014/main" id="{225ACC7F-86E6-4561-B208-569032D49483}"/>
              </a:ext>
            </a:extLst>
          </p:cNvPr>
          <p:cNvSpPr>
            <a:spLocks xmlns:a="http://schemas.openxmlformats.org/drawingml/2006/main" noGrp="1"/>
          </p:cNvSpPr>
          <p:nvPr/>
        </p:nvSpPr>
        <p:spPr>
          <a:xfrm xmlns:a="http://schemas.openxmlformats.org/drawingml/2006/main">
            <a:off x="647700" y="3038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25258663-8C31-488F-BAF9-A413859EF258}"/>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37,038</a:t>
            </a:r>
          </a:p>
        </p:txBody>
      </p:sp>
      <p:sp>
        <p:nvSpPr>
          <p:cNvPr id="10" name="">
            <a:extLst xmlns:a="http://schemas.openxmlformats.org/drawingml/2006/main">
              <a:ext uri="{FF2B5EF4-FFF2-40B4-BE49-F238E27FC236}">
                <a16:creationId xmlns:a16="http://schemas.microsoft.com/office/drawing/2014/main" id="{89804CBA-342A-4388-919D-281FCCE1E7F0}"/>
              </a:ext>
            </a:extLst>
          </p:cNvPr>
          <p:cNvSpPr>
            <a:spLocks xmlns:a="http://schemas.openxmlformats.org/drawingml/2006/main" noGrp="1"/>
          </p:cNvSpPr>
          <p:nvPr/>
        </p:nvSpPr>
        <p:spPr>
          <a:xfrm xmlns:a="http://schemas.openxmlformats.org/drawingml/2006/main">
            <a:off x="647700" y="3648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48,274  |  October: 11,236</a:t>
            </a:r>
          </a:p>
        </p:txBody>
      </p:sp>
      <p:sp>
        <p:nvSpPr>
          <p:cNvPr id="11" name="">
            <a:extLst xmlns:a="http://schemas.openxmlformats.org/drawingml/2006/main">
              <a:ext uri="{FF2B5EF4-FFF2-40B4-BE49-F238E27FC236}">
                <a16:creationId xmlns:a16="http://schemas.microsoft.com/office/drawing/2014/main" id="{A18C147E-183D-411C-873C-B8DE907B3A1D}"/>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A1E06A06-E167-4C7D-8D61-033B1A7ADA54}"/>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23% of Sep 1-8 (11.2k/48.3k)</a:t>
            </a:r>
          </a:p>
          <a:p xmlns:a="http://schemas.openxmlformats.org/drawingml/2006/main">
            <a:pPr>
              <a:defRPr sz="1275" b="0">
                <a:solidFill>
                  <a:srgbClr val="F7F4EC"/>
                </a:solidFill>
              </a:defRPr>
            </a:pPr>
            <a:r>
              <a:rPr sz="1275" b="0">
                <a:solidFill>
                  <a:srgbClr val="F7F4EC"/>
                </a:solidFill>
              </a:rPr>
              <a:t>Hours 57% of Sep 1-8 (7h/13h)</a:t>
            </a:r>
          </a:p>
        </p:txBody>
      </p:sp>
      <p:sp>
        <p:nvSpPr>
          <p:cNvPr id="13" name="">
            <a:extLst xmlns:a="http://schemas.openxmlformats.org/drawingml/2006/main">
              <a:ext uri="{FF2B5EF4-FFF2-40B4-BE49-F238E27FC236}">
                <a16:creationId xmlns:a16="http://schemas.microsoft.com/office/drawing/2014/main" id="{8EF1CB3E-4BBA-4E02-823B-37549625503E}"/>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6CFEFC79-0CCC-4BAE-84BF-87A0231BD4BB}"/>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57%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73F54A5D-4600-4383-BC23-98FD26E771B1}"/>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15</a:t>
            </a:r>
          </a:p>
        </p:txBody>
      </p:sp>
    </p:spTree>
    <p:extLst>
      <p:ext uri="{BB962C8B-B14F-4D97-AF65-F5344CB8AC3E}">
        <p14:creationId xmlns:p14="http://schemas.microsoft.com/office/powerpoint/2010/main" val="379951029"/>
      </p:ext>
    </p:extLst>
  </p:cSld>
</p:sld>
</file>

<file path=ppt/slides/slide16.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DE4A995-539C-4CEB-908E-7B35DBBA653B}"/>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F9D8C3FE-07D4-4419-BC34-43F2CEE81961}"/>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CED2F1E4-F3C6-4CE6-BFCF-46CC2A7C98EE}"/>
              </a:ext>
            </a:extLst>
          </p:cNvPr>
          <p:cNvPicPr>
            <a:picLocks xmlns:a="http://schemas.openxmlformats.org/drawingml/2006/main" noChangeAspect="1"/>
          </p:cNvPicPr>
          <p:nvPr/>
        </p:nvPicPr>
        <p:blipFill>
          <a:blip xmlns:r="http://schemas.openxmlformats.org/officeDocument/2006/relationships" xmlns:a="http://schemas.openxmlformats.org/drawingml/2006/main" r:embed="Rd4901604a8944353"/>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6D1ECEF-8D17-46E1-BCB8-4B46D032C580}"/>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firstclassagency_millie@outlook.com</a:t>
            </a:r>
          </a:p>
        </p:txBody>
      </p:sp>
      <p:sp>
        <p:nvSpPr>
          <p:cNvPr id="5" name="">
            <a:extLst xmlns:a="http://schemas.openxmlformats.org/drawingml/2006/main">
              <a:ext uri="{FF2B5EF4-FFF2-40B4-BE49-F238E27FC236}">
                <a16:creationId xmlns:a16="http://schemas.microsoft.com/office/drawing/2014/main" id="{26AA9A18-C6A3-478C-8EF4-8C9AE96A296D}"/>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49D4414A-DF13-4DC0-8B52-3C2A005979ED}"/>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A25ABBE3-FB6A-4E54-A92B-56BF23402E1B}"/>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@bellescupids</a:t>
            </a:r>
          </a:p>
        </p:txBody>
      </p:sp>
      <p:sp>
        <p:nvSpPr>
          <p:cNvPr id="8" name="">
            <a:extLst xmlns:a="http://schemas.openxmlformats.org/drawingml/2006/main">
              <a:ext uri="{FF2B5EF4-FFF2-40B4-BE49-F238E27FC236}">
                <a16:creationId xmlns:a16="http://schemas.microsoft.com/office/drawing/2014/main" id="{FA730CB9-480A-422B-82FE-7863B5431004}"/>
              </a:ext>
            </a:extLst>
          </p:cNvPr>
          <p:cNvSpPr>
            <a:spLocks xmlns:a="http://schemas.openxmlformats.org/drawingml/2006/main" noGrp="1"/>
          </p:cNvSpPr>
          <p:nvPr/>
        </p:nvSpPr>
        <p:spPr>
          <a:xfrm xmlns:a="http://schemas.openxmlformats.org/drawingml/2006/main">
            <a:off x="647700" y="3038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AC41B0EC-D4FE-4267-A50F-D58E49F14B07}"/>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44,349</a:t>
            </a:r>
          </a:p>
        </p:txBody>
      </p:sp>
      <p:sp>
        <p:nvSpPr>
          <p:cNvPr id="10" name="">
            <a:extLst xmlns:a="http://schemas.openxmlformats.org/drawingml/2006/main">
              <a:ext uri="{FF2B5EF4-FFF2-40B4-BE49-F238E27FC236}">
                <a16:creationId xmlns:a16="http://schemas.microsoft.com/office/drawing/2014/main" id="{DD3AEEB7-8BF2-4CD8-932C-895BD580C8CF}"/>
              </a:ext>
            </a:extLst>
          </p:cNvPr>
          <p:cNvSpPr>
            <a:spLocks xmlns:a="http://schemas.openxmlformats.org/drawingml/2006/main" noGrp="1"/>
          </p:cNvSpPr>
          <p:nvPr/>
        </p:nvSpPr>
        <p:spPr>
          <a:xfrm xmlns:a="http://schemas.openxmlformats.org/drawingml/2006/main">
            <a:off x="647700" y="3648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65,188  |  October: 20,839</a:t>
            </a:r>
          </a:p>
        </p:txBody>
      </p:sp>
      <p:sp>
        <p:nvSpPr>
          <p:cNvPr id="11" name="">
            <a:extLst xmlns:a="http://schemas.openxmlformats.org/drawingml/2006/main">
              <a:ext uri="{FF2B5EF4-FFF2-40B4-BE49-F238E27FC236}">
                <a16:creationId xmlns:a16="http://schemas.microsoft.com/office/drawing/2014/main" id="{1D30E77C-1F92-4AEF-8D9B-8139043C2213}"/>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4B6A466E-12C1-4A2C-A708-94F18ED547C7}"/>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13% of Sep 1-8 (19/148)</a:t>
            </a:r>
          </a:p>
          <a:p xmlns:a="http://schemas.openxmlformats.org/drawingml/2006/main">
            <a:pPr>
              <a:defRPr sz="1275" b="0">
                <a:solidFill>
                  <a:srgbClr val="F7F4EC"/>
                </a:solidFill>
              </a:defRPr>
            </a:pPr>
            <a:r>
              <a:rPr sz="1275" b="0">
                <a:solidFill>
                  <a:srgbClr val="F7F4EC"/>
                </a:solidFill>
              </a:rPr>
              <a:t>Hours 32% of Sep 1-8 (9h/29h)</a:t>
            </a:r>
          </a:p>
        </p:txBody>
      </p:sp>
      <p:sp>
        <p:nvSpPr>
          <p:cNvPr id="13" name="">
            <a:extLst xmlns:a="http://schemas.openxmlformats.org/drawingml/2006/main">
              <a:ext uri="{FF2B5EF4-FFF2-40B4-BE49-F238E27FC236}">
                <a16:creationId xmlns:a16="http://schemas.microsoft.com/office/drawing/2014/main" id="{D5CB7331-F524-412C-AB57-F302E0AD02FE}"/>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B74E9BE1-CC91-4F94-8635-6884D646961F}"/>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32%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7359925D-465C-4D1C-ACC7-9270C53CB9F5}"/>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16</a:t>
            </a:r>
          </a:p>
        </p:txBody>
      </p:sp>
    </p:spTree>
    <p:extLst>
      <p:ext uri="{BB962C8B-B14F-4D97-AF65-F5344CB8AC3E}">
        <p14:creationId xmlns:p14="http://schemas.microsoft.com/office/powerpoint/2010/main" val="1451922116"/>
      </p:ext>
    </p:extLst>
  </p:cSld>
</p:sld>
</file>

<file path=ppt/slides/slide17.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6B112E7-A1FB-430B-8A57-8C9F6E1A33AC}"/>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767A105B-A685-498B-B762-A59DB8D7FEBC}"/>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6009A22B-0564-43A7-BF5C-9F269E05327D}"/>
              </a:ext>
            </a:extLst>
          </p:cNvPr>
          <p:cNvPicPr>
            <a:picLocks xmlns:a="http://schemas.openxmlformats.org/drawingml/2006/main" noChangeAspect="1"/>
          </p:cNvPicPr>
          <p:nvPr/>
        </p:nvPicPr>
        <p:blipFill>
          <a:blip xmlns:r="http://schemas.openxmlformats.org/officeDocument/2006/relationships" xmlns:a="http://schemas.openxmlformats.org/drawingml/2006/main" r:embed="Ra41d628cc600456b"/>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3C6793-F7B9-4043-B0D2-FA92281C015E}"/>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firstclassagency_olivia@outlook.com</a:t>
            </a:r>
          </a:p>
        </p:txBody>
      </p:sp>
      <p:sp>
        <p:nvSpPr>
          <p:cNvPr id="5" name="">
            <a:extLst xmlns:a="http://schemas.openxmlformats.org/drawingml/2006/main">
              <a:ext uri="{FF2B5EF4-FFF2-40B4-BE49-F238E27FC236}">
                <a16:creationId xmlns:a16="http://schemas.microsoft.com/office/drawing/2014/main" id="{3539C29A-0BA9-423C-B005-FD594E465DEC}"/>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5492881A-F7C8-4B9D-AD10-3AAEF1BEB994}"/>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902F6657-F2D5-4FE8-8D1D-8DA57B792034}"/>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@albi.j10</a:t>
            </a:r>
          </a:p>
        </p:txBody>
      </p:sp>
      <p:sp>
        <p:nvSpPr>
          <p:cNvPr id="8" name="">
            <a:extLst xmlns:a="http://schemas.openxmlformats.org/drawingml/2006/main">
              <a:ext uri="{FF2B5EF4-FFF2-40B4-BE49-F238E27FC236}">
                <a16:creationId xmlns:a16="http://schemas.microsoft.com/office/drawing/2014/main" id="{E3CFCBEA-2EDB-40AD-AAA9-0B81A4D6BD09}"/>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D51C845D-21EC-4414-B1F6-AA958F98C834}"/>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63,512</a:t>
            </a:r>
          </a:p>
        </p:txBody>
      </p:sp>
      <p:sp>
        <p:nvSpPr>
          <p:cNvPr id="10" name="">
            <a:extLst xmlns:a="http://schemas.openxmlformats.org/drawingml/2006/main">
              <a:ext uri="{FF2B5EF4-FFF2-40B4-BE49-F238E27FC236}">
                <a16:creationId xmlns:a16="http://schemas.microsoft.com/office/drawing/2014/main" id="{0F6A618C-73A3-4BD4-86AB-0CD13CF8F2DC}"/>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91,744  |  October: 28,232</a:t>
            </a:r>
          </a:p>
        </p:txBody>
      </p:sp>
      <p:sp>
        <p:nvSpPr>
          <p:cNvPr id="11" name="">
            <a:extLst xmlns:a="http://schemas.openxmlformats.org/drawingml/2006/main">
              <a:ext uri="{FF2B5EF4-FFF2-40B4-BE49-F238E27FC236}">
                <a16:creationId xmlns:a16="http://schemas.microsoft.com/office/drawing/2014/main" id="{B326C0C9-992C-41C6-A79A-9849AEE76279}"/>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E3F22AC7-910B-4300-B9BE-5AEDEC7F8C5C}"/>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4% of Sep 1-8 (4/99)</a:t>
            </a:r>
          </a:p>
          <a:p xmlns:a="http://schemas.openxmlformats.org/drawingml/2006/main">
            <a:pPr>
              <a:defRPr sz="1275" b="0">
                <a:solidFill>
                  <a:srgbClr val="F7F4EC"/>
                </a:solidFill>
              </a:defRPr>
            </a:pPr>
            <a:r>
              <a:rPr sz="1275" b="0">
                <a:solidFill>
                  <a:srgbClr val="F7F4EC"/>
                </a:solidFill>
              </a:rPr>
              <a:t>Hours 30% of Sep 1-8 (3h/11h)</a:t>
            </a:r>
          </a:p>
        </p:txBody>
      </p:sp>
      <p:sp>
        <p:nvSpPr>
          <p:cNvPr id="13" name="">
            <a:extLst xmlns:a="http://schemas.openxmlformats.org/drawingml/2006/main">
              <a:ext uri="{FF2B5EF4-FFF2-40B4-BE49-F238E27FC236}">
                <a16:creationId xmlns:a16="http://schemas.microsoft.com/office/drawing/2014/main" id="{3D146557-0793-4B66-85C1-1F6787CF91FF}"/>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39DAEEBE-0A09-41A6-9C68-2DC65BEBCBF3}"/>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9C231434-4AA2-4AB4-9E65-BF7FD00BD7E8}"/>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81F07B74-AE9E-4DE6-B233-BD15BF99E315}"/>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@leighanne.thomson</a:t>
            </a:r>
          </a:p>
        </p:txBody>
      </p:sp>
      <p:sp>
        <p:nvSpPr>
          <p:cNvPr id="17" name="">
            <a:extLst xmlns:a="http://schemas.openxmlformats.org/drawingml/2006/main">
              <a:ext uri="{FF2B5EF4-FFF2-40B4-BE49-F238E27FC236}">
                <a16:creationId xmlns:a16="http://schemas.microsoft.com/office/drawing/2014/main" id="{8006B2DD-F991-447B-A0AB-44BE3630C865}"/>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1D680227-1563-4895-AB63-EABB8AD9A202}"/>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49,439</a:t>
            </a:r>
          </a:p>
        </p:txBody>
      </p:sp>
      <p:sp>
        <p:nvSpPr>
          <p:cNvPr id="19" name="">
            <a:extLst xmlns:a="http://schemas.openxmlformats.org/drawingml/2006/main">
              <a:ext uri="{FF2B5EF4-FFF2-40B4-BE49-F238E27FC236}">
                <a16:creationId xmlns:a16="http://schemas.microsoft.com/office/drawing/2014/main" id="{5267CE4C-0BF7-4BF0-A0B9-E7217A5DF9BE}"/>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83,965  |  October: 34,526</a:t>
            </a:r>
          </a:p>
        </p:txBody>
      </p:sp>
      <p:sp>
        <p:nvSpPr>
          <p:cNvPr id="20" name="">
            <a:extLst xmlns:a="http://schemas.openxmlformats.org/drawingml/2006/main">
              <a:ext uri="{FF2B5EF4-FFF2-40B4-BE49-F238E27FC236}">
                <a16:creationId xmlns:a16="http://schemas.microsoft.com/office/drawing/2014/main" id="{BEA48E00-00FC-42DE-9C10-6DC18AE46FF9}"/>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DD060551-828D-4CA8-A0C8-EB23232629F8}"/>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41% of Sep 1-8 (34.5k/84.0k)</a:t>
            </a:r>
          </a:p>
          <a:p xmlns:a="http://schemas.openxmlformats.org/drawingml/2006/main">
            <a:pPr>
              <a:defRPr sz="1275" b="0">
                <a:solidFill>
                  <a:srgbClr val="F7F4EC"/>
                </a:solidFill>
              </a:defRPr>
            </a:pPr>
            <a:r>
              <a:rPr sz="1275" b="0">
                <a:solidFill>
                  <a:srgbClr val="F7F4EC"/>
                </a:solidFill>
              </a:rPr>
              <a:t>Hours 75% of Sep 1-8 (20h/27h)</a:t>
            </a:r>
          </a:p>
        </p:txBody>
      </p:sp>
      <p:sp>
        <p:nvSpPr>
          <p:cNvPr id="22" name="">
            <a:extLst xmlns:a="http://schemas.openxmlformats.org/drawingml/2006/main">
              <a:ext uri="{FF2B5EF4-FFF2-40B4-BE49-F238E27FC236}">
                <a16:creationId xmlns:a16="http://schemas.microsoft.com/office/drawing/2014/main" id="{6DA71BF2-3AB5-4750-8C7B-3952A8D33292}"/>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1E028449-1715-426F-AF27-684CE0FA3171}"/>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75% of their September level. Ask what is stopping them from going live, then agree a realistic weekly live schedule and check it is followed.</a:t>
            </a:r>
          </a:p>
        </p:txBody>
      </p:sp>
      <p:sp>
        <p:nvSpPr>
          <p:cNvPr id="24" name="">
            <a:extLst xmlns:a="http://schemas.openxmlformats.org/drawingml/2006/main">
              <a:ext uri="{FF2B5EF4-FFF2-40B4-BE49-F238E27FC236}">
                <a16:creationId xmlns:a16="http://schemas.microsoft.com/office/drawing/2014/main" id="{F570FF27-13CE-4009-967F-7BF892C855C0}"/>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4F4E1674-5744-4F2A-A6A7-F2F2EEC6834B}"/>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@kleelou_ygam_kiki</a:t>
            </a:r>
          </a:p>
        </p:txBody>
      </p:sp>
      <p:sp>
        <p:nvSpPr>
          <p:cNvPr id="26" name="">
            <a:extLst xmlns:a="http://schemas.openxmlformats.org/drawingml/2006/main">
              <a:ext uri="{FF2B5EF4-FFF2-40B4-BE49-F238E27FC236}">
                <a16:creationId xmlns:a16="http://schemas.microsoft.com/office/drawing/2014/main" id="{CD4F04B8-0CCA-4912-9FE2-BA6F43387E61}"/>
              </a:ext>
            </a:extLst>
          </p:cNvPr>
          <p:cNvSpPr>
            <a:spLocks xmlns:a="http://schemas.openxmlformats.org/drawingml/2006/main" noGrp="1"/>
          </p:cNvSpPr>
          <p:nvPr/>
        </p:nvSpPr>
        <p:spPr>
          <a:xfrm xmlns:a="http://schemas.openxmlformats.org/drawingml/2006/main">
            <a:off x="647700" y="56673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27" name="">
            <a:extLst xmlns:a="http://schemas.openxmlformats.org/drawingml/2006/main">
              <a:ext uri="{FF2B5EF4-FFF2-40B4-BE49-F238E27FC236}">
                <a16:creationId xmlns:a16="http://schemas.microsoft.com/office/drawing/2014/main" id="{9219AEB5-6B68-4667-8033-660912FCB0D8}"/>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32,241</a:t>
            </a:r>
          </a:p>
        </p:txBody>
      </p:sp>
      <p:sp>
        <p:nvSpPr>
          <p:cNvPr id="28" name="">
            <a:extLst xmlns:a="http://schemas.openxmlformats.org/drawingml/2006/main">
              <a:ext uri="{FF2B5EF4-FFF2-40B4-BE49-F238E27FC236}">
                <a16:creationId xmlns:a16="http://schemas.microsoft.com/office/drawing/2014/main" id="{DD03CB61-3BF5-4F7F-811B-67CBF94F8A6C}"/>
              </a:ext>
            </a:extLst>
          </p:cNvPr>
          <p:cNvSpPr>
            <a:spLocks xmlns:a="http://schemas.openxmlformats.org/drawingml/2006/main" noGrp="1"/>
          </p:cNvSpPr>
          <p:nvPr/>
        </p:nvSpPr>
        <p:spPr>
          <a:xfrm xmlns:a="http://schemas.openxmlformats.org/drawingml/2006/main">
            <a:off x="647700" y="62769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107,637  |  October: 75,396</a:t>
            </a:r>
          </a:p>
        </p:txBody>
      </p:sp>
      <p:sp>
        <p:nvSpPr>
          <p:cNvPr id="29" name="">
            <a:extLst xmlns:a="http://schemas.openxmlformats.org/drawingml/2006/main">
              <a:ext uri="{FF2B5EF4-FFF2-40B4-BE49-F238E27FC236}">
                <a16:creationId xmlns:a16="http://schemas.microsoft.com/office/drawing/2014/main" id="{1BB52B3A-027A-40EC-82DC-227670153638}"/>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7E9966DA-88C6-4418-B52A-6F3ADCE59E24}"/>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Same activity; diamonds 70% of Sep 1-8</a:t>
            </a:r>
          </a:p>
        </p:txBody>
      </p:sp>
      <p:sp>
        <p:nvSpPr>
          <p:cNvPr id="31" name="">
            <a:extLst xmlns:a="http://schemas.openxmlformats.org/drawingml/2006/main">
              <a:ext uri="{FF2B5EF4-FFF2-40B4-BE49-F238E27FC236}">
                <a16:creationId xmlns:a16="http://schemas.microsoft.com/office/drawing/2014/main" id="{734B19AA-35C1-4238-8673-7FEE6AFCF552}"/>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287955AB-5F76-4848-A032-88B7A70D9A10}"/>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33" name="">
            <a:extLst xmlns:a="http://schemas.openxmlformats.org/drawingml/2006/main">
              <a:ext uri="{FF2B5EF4-FFF2-40B4-BE49-F238E27FC236}">
                <a16:creationId xmlns:a16="http://schemas.microsoft.com/office/drawing/2014/main" id="{D40A94D1-172D-4672-A58E-10969F4A9693}"/>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17</a:t>
            </a:r>
          </a:p>
        </p:txBody>
      </p:sp>
    </p:spTree>
    <p:extLst>
      <p:ext uri="{BB962C8B-B14F-4D97-AF65-F5344CB8AC3E}">
        <p14:creationId xmlns:p14="http://schemas.microsoft.com/office/powerpoint/2010/main" val="92145799"/>
      </p:ext>
    </p:extLst>
  </p:cSld>
</p:sld>
</file>

<file path=ppt/slides/slide18.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AA05C0C-3226-4F04-9706-E8561465CABF}"/>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E16D8E80-CA77-41C6-A007-620CF3F5EEA0}"/>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963BF3F6-8574-4F81-A927-70618DCA70AF}"/>
              </a:ext>
            </a:extLst>
          </p:cNvPr>
          <p:cNvPicPr>
            <a:picLocks xmlns:a="http://schemas.openxmlformats.org/drawingml/2006/main" noChangeAspect="1"/>
          </p:cNvPicPr>
          <p:nvPr/>
        </p:nvPicPr>
        <p:blipFill>
          <a:blip xmlns:r="http://schemas.openxmlformats.org/officeDocument/2006/relationships" xmlns:a="http://schemas.openxmlformats.org/drawingml/2006/main" r:embed="Ra0c4360812b245bf"/>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6381CA-BA4F-4FEA-B400-A2E538E77594}"/>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georgialilly.glow@gmail.com</a:t>
            </a:r>
          </a:p>
        </p:txBody>
      </p:sp>
      <p:sp>
        <p:nvSpPr>
          <p:cNvPr id="5" name="">
            <a:extLst xmlns:a="http://schemas.openxmlformats.org/drawingml/2006/main">
              <a:ext uri="{FF2B5EF4-FFF2-40B4-BE49-F238E27FC236}">
                <a16:creationId xmlns:a16="http://schemas.microsoft.com/office/drawing/2014/main" id="{06D98C7E-C1D9-4D54-99F2-5EEC1BC3C9EE}"/>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9F7E2188-AA89-4B7F-B631-AECA4AAF0F77}"/>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0657851A-BB1B-4627-A4FA-687E848D42E6}"/>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@failuretothrive2008</a:t>
            </a:r>
          </a:p>
        </p:txBody>
      </p:sp>
      <p:sp>
        <p:nvSpPr>
          <p:cNvPr id="8" name="">
            <a:extLst xmlns:a="http://schemas.openxmlformats.org/drawingml/2006/main">
              <a:ext uri="{FF2B5EF4-FFF2-40B4-BE49-F238E27FC236}">
                <a16:creationId xmlns:a16="http://schemas.microsoft.com/office/drawing/2014/main" id="{FFF8CD4C-3197-47F7-96D8-7EEF5FC36D1E}"/>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F010931F-BD2C-451A-9DC5-0A1E18867EA8}"/>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85,984</a:t>
            </a:r>
          </a:p>
        </p:txBody>
      </p:sp>
      <p:sp>
        <p:nvSpPr>
          <p:cNvPr id="10" name="">
            <a:extLst xmlns:a="http://schemas.openxmlformats.org/drawingml/2006/main">
              <a:ext uri="{FF2B5EF4-FFF2-40B4-BE49-F238E27FC236}">
                <a16:creationId xmlns:a16="http://schemas.microsoft.com/office/drawing/2014/main" id="{B6A6B944-8848-43DA-9864-A1B358FA09C3}"/>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357,181  |  October: 271,197</a:t>
            </a:r>
          </a:p>
        </p:txBody>
      </p:sp>
      <p:sp>
        <p:nvSpPr>
          <p:cNvPr id="11" name="">
            <a:extLst xmlns:a="http://schemas.openxmlformats.org/drawingml/2006/main">
              <a:ext uri="{FF2B5EF4-FFF2-40B4-BE49-F238E27FC236}">
                <a16:creationId xmlns:a16="http://schemas.microsoft.com/office/drawing/2014/main" id="{C9B0CFC5-17C4-43C8-B7C2-8ECB988C9C10}"/>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85546CB6-E74D-4FE2-8BDD-1392129817A6}"/>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Streams 65% of Sep 1-8 (13/20)</a:t>
            </a:r>
          </a:p>
          <a:p xmlns:a="http://schemas.openxmlformats.org/drawingml/2006/main">
            <a:pPr>
              <a:defRPr sz="1275" b="0">
                <a:solidFill>
                  <a:srgbClr val="F7F4EC"/>
                </a:solidFill>
              </a:defRPr>
            </a:pPr>
            <a:r>
              <a:rPr sz="1275" b="0">
                <a:solidFill>
                  <a:srgbClr val="F7F4EC"/>
                </a:solidFill>
              </a:rPr>
              <a:t>Matches 78% of Sep 1-8 (331/423)</a:t>
            </a:r>
          </a:p>
        </p:txBody>
      </p:sp>
      <p:sp>
        <p:nvSpPr>
          <p:cNvPr id="13" name="">
            <a:extLst xmlns:a="http://schemas.openxmlformats.org/drawingml/2006/main">
              <a:ext uri="{FF2B5EF4-FFF2-40B4-BE49-F238E27FC236}">
                <a16:creationId xmlns:a16="http://schemas.microsoft.com/office/drawing/2014/main" id="{6C7F8F4B-E506-410F-84F3-171C66A42988}"/>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ADC98E14-D8ED-4D7B-8CBB-22AE88A49A32}"/>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starting fewer streams than usual. Agree fixed live slots for the week and make sure those slots are protected.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05300612-89AB-4194-B632-3939A3B05819}"/>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3A09B8A0-6A0A-4FC3-887F-D506C689B551}"/>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@dens2511</a:t>
            </a:r>
          </a:p>
        </p:txBody>
      </p:sp>
      <p:sp>
        <p:nvSpPr>
          <p:cNvPr id="17" name="">
            <a:extLst xmlns:a="http://schemas.openxmlformats.org/drawingml/2006/main">
              <a:ext uri="{FF2B5EF4-FFF2-40B4-BE49-F238E27FC236}">
                <a16:creationId xmlns:a16="http://schemas.microsoft.com/office/drawing/2014/main" id="{B8CB462C-D7F8-4BFC-BE84-BF4711703FAE}"/>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3226F2C5-1B7F-4E1C-B8B2-BE745295573F}"/>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76,633</a:t>
            </a:r>
          </a:p>
        </p:txBody>
      </p:sp>
      <p:sp>
        <p:nvSpPr>
          <p:cNvPr id="19" name="">
            <a:extLst xmlns:a="http://schemas.openxmlformats.org/drawingml/2006/main">
              <a:ext uri="{FF2B5EF4-FFF2-40B4-BE49-F238E27FC236}">
                <a16:creationId xmlns:a16="http://schemas.microsoft.com/office/drawing/2014/main" id="{4C51A1E7-2267-4676-8446-5AC514379C13}"/>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103,216  |  October: 26,583</a:t>
            </a:r>
          </a:p>
        </p:txBody>
      </p:sp>
      <p:sp>
        <p:nvSpPr>
          <p:cNvPr id="20" name="">
            <a:extLst xmlns:a="http://schemas.openxmlformats.org/drawingml/2006/main">
              <a:ext uri="{FF2B5EF4-FFF2-40B4-BE49-F238E27FC236}">
                <a16:creationId xmlns:a16="http://schemas.microsoft.com/office/drawing/2014/main" id="{CE3663D9-B640-4527-9141-4410C19CF994}"/>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A0D81958-F540-4A23-9C62-19D9740B878B}"/>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Streams 35% of Sep 1-8 (6/17)</a:t>
            </a:r>
          </a:p>
          <a:p xmlns:a="http://schemas.openxmlformats.org/drawingml/2006/main">
            <a:pPr>
              <a:defRPr sz="1275" b="0">
                <a:solidFill>
                  <a:srgbClr val="F7F4EC"/>
                </a:solidFill>
              </a:defRPr>
            </a:pPr>
            <a:r>
              <a:rPr sz="1275" b="0">
                <a:solidFill>
                  <a:srgbClr val="F7F4EC"/>
                </a:solidFill>
              </a:rPr>
              <a:t>Diamonds 26% of Sep 1-8 (26.6k/103.2k)</a:t>
            </a:r>
          </a:p>
        </p:txBody>
      </p:sp>
      <p:sp>
        <p:nvSpPr>
          <p:cNvPr id="22" name="">
            <a:extLst xmlns:a="http://schemas.openxmlformats.org/drawingml/2006/main">
              <a:ext uri="{FF2B5EF4-FFF2-40B4-BE49-F238E27FC236}">
                <a16:creationId xmlns:a16="http://schemas.microsoft.com/office/drawing/2014/main" id="{495DC3A4-15E0-40BE-8AB9-E0B3AEB2BF4F}"/>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86C86123-C7AC-4AF0-8E30-41F6A7929609}"/>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55%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46B137F9-206F-4CEF-B254-9CB2AA84E64C}"/>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18</a:t>
            </a:r>
          </a:p>
        </p:txBody>
      </p:sp>
    </p:spTree>
    <p:extLst>
      <p:ext uri="{BB962C8B-B14F-4D97-AF65-F5344CB8AC3E}">
        <p14:creationId xmlns:p14="http://schemas.microsoft.com/office/powerpoint/2010/main" val="1579832603"/>
      </p:ext>
    </p:extLst>
  </p:cSld>
</p:sld>
</file>

<file path=ppt/slides/slide19.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C4294B3-B6F7-4629-B182-320CA57BAF59}"/>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4F21DF25-12F0-4ABE-A4FC-AECB8D256CC1}"/>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9D455D2D-2889-485B-92AE-A37D17640594}"/>
              </a:ext>
            </a:extLst>
          </p:cNvPr>
          <p:cNvPicPr>
            <a:picLocks xmlns:a="http://schemas.openxmlformats.org/drawingml/2006/main" noChangeAspect="1"/>
          </p:cNvPicPr>
          <p:nvPr/>
        </p:nvPicPr>
        <p:blipFill>
          <a:blip xmlns:r="http://schemas.openxmlformats.org/officeDocument/2006/relationships" xmlns:a="http://schemas.openxmlformats.org/drawingml/2006/main" r:embed="R3852cca6ba164a30"/>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9F57710-61BA-44C1-982D-DDAD2FD643C1}"/>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hollyshepherd-97@outlook.com</a:t>
            </a:r>
          </a:p>
        </p:txBody>
      </p:sp>
      <p:sp>
        <p:nvSpPr>
          <p:cNvPr id="5" name="">
            <a:extLst xmlns:a="http://schemas.openxmlformats.org/drawingml/2006/main">
              <a:ext uri="{FF2B5EF4-FFF2-40B4-BE49-F238E27FC236}">
                <a16:creationId xmlns:a16="http://schemas.microsoft.com/office/drawing/2014/main" id="{A3F24D99-47D9-4F9C-9A0F-C9506DF947A1}"/>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49233179-23A8-44D4-B368-704F2E368A2D}"/>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3E16F45A-C99F-4B4E-ADA9-B5C5AE7BF682}"/>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@xlaurenj11x</a:t>
            </a:r>
          </a:p>
        </p:txBody>
      </p:sp>
      <p:sp>
        <p:nvSpPr>
          <p:cNvPr id="8" name="">
            <a:extLst xmlns:a="http://schemas.openxmlformats.org/drawingml/2006/main">
              <a:ext uri="{FF2B5EF4-FFF2-40B4-BE49-F238E27FC236}">
                <a16:creationId xmlns:a16="http://schemas.microsoft.com/office/drawing/2014/main" id="{535081E3-5B63-42AC-B81B-2C8C6AABEE19}"/>
              </a:ext>
            </a:extLst>
          </p:cNvPr>
          <p:cNvSpPr>
            <a:spLocks xmlns:a="http://schemas.openxmlformats.org/drawingml/2006/main" noGrp="1"/>
          </p:cNvSpPr>
          <p:nvPr/>
        </p:nvSpPr>
        <p:spPr>
          <a:xfrm xmlns:a="http://schemas.openxmlformats.org/drawingml/2006/main">
            <a:off x="647700" y="3038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29327094-665C-46CA-809A-2663DC02AA2F}"/>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33,216</a:t>
            </a:r>
          </a:p>
        </p:txBody>
      </p:sp>
      <p:sp>
        <p:nvSpPr>
          <p:cNvPr id="10" name="">
            <a:extLst xmlns:a="http://schemas.openxmlformats.org/drawingml/2006/main">
              <a:ext uri="{FF2B5EF4-FFF2-40B4-BE49-F238E27FC236}">
                <a16:creationId xmlns:a16="http://schemas.microsoft.com/office/drawing/2014/main" id="{0A02C5E0-5203-4122-A950-1ED9D7579D6D}"/>
              </a:ext>
            </a:extLst>
          </p:cNvPr>
          <p:cNvSpPr>
            <a:spLocks xmlns:a="http://schemas.openxmlformats.org/drawingml/2006/main" noGrp="1"/>
          </p:cNvSpPr>
          <p:nvPr/>
        </p:nvSpPr>
        <p:spPr>
          <a:xfrm xmlns:a="http://schemas.openxmlformats.org/drawingml/2006/main">
            <a:off x="647700" y="3648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77,304  |  October: 44,088</a:t>
            </a:r>
          </a:p>
        </p:txBody>
      </p:sp>
      <p:sp>
        <p:nvSpPr>
          <p:cNvPr id="11" name="">
            <a:extLst xmlns:a="http://schemas.openxmlformats.org/drawingml/2006/main">
              <a:ext uri="{FF2B5EF4-FFF2-40B4-BE49-F238E27FC236}">
                <a16:creationId xmlns:a16="http://schemas.microsoft.com/office/drawing/2014/main" id="{76873449-0AC1-4343-9275-67FCB041674F}"/>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70A28A5D-6CCC-4BC7-BC0B-0BC3DBE0722A}"/>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59% of Sep 1-8 (112/190)</a:t>
            </a:r>
          </a:p>
          <a:p xmlns:a="http://schemas.openxmlformats.org/drawingml/2006/main">
            <a:pPr>
              <a:defRPr sz="1275" b="0">
                <a:solidFill>
                  <a:srgbClr val="F7F4EC"/>
                </a:solidFill>
              </a:defRPr>
            </a:pPr>
            <a:r>
              <a:rPr sz="1275" b="0">
                <a:solidFill>
                  <a:srgbClr val="F7F4EC"/>
                </a:solidFill>
              </a:rPr>
              <a:t>Hours 70% of Sep 1-8 (23h/33h)</a:t>
            </a:r>
          </a:p>
        </p:txBody>
      </p:sp>
      <p:sp>
        <p:nvSpPr>
          <p:cNvPr id="13" name="">
            <a:extLst xmlns:a="http://schemas.openxmlformats.org/drawingml/2006/main">
              <a:ext uri="{FF2B5EF4-FFF2-40B4-BE49-F238E27FC236}">
                <a16:creationId xmlns:a16="http://schemas.microsoft.com/office/drawing/2014/main" id="{9CEA5397-DEC0-41EB-93DB-A95A2E3BC19D}"/>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732644D0-4322-4E44-B1F4-33F7F83413C5}"/>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70%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3D4F87C9-2330-4213-9AEE-8FB5CC9BDC35}"/>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19</a:t>
            </a:r>
          </a:p>
        </p:txBody>
      </p:sp>
    </p:spTree>
    <p:extLst>
      <p:ext uri="{BB962C8B-B14F-4D97-AF65-F5344CB8AC3E}">
        <p14:creationId xmlns:p14="http://schemas.microsoft.com/office/powerpoint/2010/main" val="1373864212"/>
      </p:ext>
    </p:extLst>
  </p:cSld>
</p:sld>
</file>

<file path=ppt/slides/slide20.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FE46632-CA86-4FE4-8098-4E4C98CF2F77}"/>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0F6D2A33-7C8A-47EB-A98E-43DC5097181E}"/>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BF36EA51-4B41-4C6D-B019-194E0041C96B}"/>
              </a:ext>
            </a:extLst>
          </p:cNvPr>
          <p:cNvPicPr>
            <a:picLocks xmlns:a="http://schemas.openxmlformats.org/drawingml/2006/main" noChangeAspect="1"/>
          </p:cNvPicPr>
          <p:nvPr/>
        </p:nvPicPr>
        <p:blipFill>
          <a:blip xmlns:r="http://schemas.openxmlformats.org/officeDocument/2006/relationships" xmlns:a="http://schemas.openxmlformats.org/drawingml/2006/main" r:embed="Rd39e2c32ebf644b0"/>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D8C4856-9E9B-453E-86F8-62509862DBFE}"/>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juggsyrespawn@gmail.com</a:t>
            </a:r>
          </a:p>
        </p:txBody>
      </p:sp>
      <p:sp>
        <p:nvSpPr>
          <p:cNvPr id="5" name="">
            <a:extLst xmlns:a="http://schemas.openxmlformats.org/drawingml/2006/main">
              <a:ext uri="{FF2B5EF4-FFF2-40B4-BE49-F238E27FC236}">
                <a16:creationId xmlns:a16="http://schemas.microsoft.com/office/drawing/2014/main" id="{3DCA23B7-5274-463F-8AD0-924A7E190913}"/>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07067D92-0800-476F-8E35-BDDDFC543F7D}"/>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434F1214-44C2-4A1B-9394-43A501B489F1}"/>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@hellodynamo</a:t>
            </a:r>
          </a:p>
        </p:txBody>
      </p:sp>
      <p:sp>
        <p:nvSpPr>
          <p:cNvPr id="8" name="">
            <a:extLst xmlns:a="http://schemas.openxmlformats.org/drawingml/2006/main">
              <a:ext uri="{FF2B5EF4-FFF2-40B4-BE49-F238E27FC236}">
                <a16:creationId xmlns:a16="http://schemas.microsoft.com/office/drawing/2014/main" id="{6778E988-6808-49D6-B7FD-28203985FA9D}"/>
              </a:ext>
            </a:extLst>
          </p:cNvPr>
          <p:cNvSpPr>
            <a:spLocks xmlns:a="http://schemas.openxmlformats.org/drawingml/2006/main" noGrp="1"/>
          </p:cNvSpPr>
          <p:nvPr/>
        </p:nvSpPr>
        <p:spPr>
          <a:xfrm xmlns:a="http://schemas.openxmlformats.org/drawingml/2006/main">
            <a:off x="647700" y="3038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6ECEBE84-B949-49D1-AC7D-64078D67F054}"/>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58,321</a:t>
            </a:r>
          </a:p>
        </p:txBody>
      </p:sp>
      <p:sp>
        <p:nvSpPr>
          <p:cNvPr id="10" name="">
            <a:extLst xmlns:a="http://schemas.openxmlformats.org/drawingml/2006/main">
              <a:ext uri="{FF2B5EF4-FFF2-40B4-BE49-F238E27FC236}">
                <a16:creationId xmlns:a16="http://schemas.microsoft.com/office/drawing/2014/main" id="{7987F7E7-0FB1-4654-978A-FB7F12BC53A8}"/>
              </a:ext>
            </a:extLst>
          </p:cNvPr>
          <p:cNvSpPr>
            <a:spLocks xmlns:a="http://schemas.openxmlformats.org/drawingml/2006/main" noGrp="1"/>
          </p:cNvSpPr>
          <p:nvPr/>
        </p:nvSpPr>
        <p:spPr>
          <a:xfrm xmlns:a="http://schemas.openxmlformats.org/drawingml/2006/main">
            <a:off x="647700" y="3648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66,378  |  October: 8,057</a:t>
            </a:r>
          </a:p>
        </p:txBody>
      </p:sp>
      <p:sp>
        <p:nvSpPr>
          <p:cNvPr id="11" name="">
            <a:extLst xmlns:a="http://schemas.openxmlformats.org/drawingml/2006/main">
              <a:ext uri="{FF2B5EF4-FFF2-40B4-BE49-F238E27FC236}">
                <a16:creationId xmlns:a16="http://schemas.microsoft.com/office/drawing/2014/main" id="{DD46DD3B-0666-4FC9-8789-F4BC3C207CE9}"/>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BE27DAFC-26A5-4658-9CCA-ACF4D6D40589}"/>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12% of Sep 1-8 (8.1k/66.4k)</a:t>
            </a:r>
          </a:p>
          <a:p xmlns:a="http://schemas.openxmlformats.org/drawingml/2006/main">
            <a:pPr>
              <a:defRPr sz="1275" b="0">
                <a:solidFill>
                  <a:srgbClr val="F7F4EC"/>
                </a:solidFill>
              </a:defRPr>
            </a:pPr>
            <a:r>
              <a:rPr sz="1275" b="0">
                <a:solidFill>
                  <a:srgbClr val="F7F4EC"/>
                </a:solidFill>
              </a:rPr>
              <a:t>Hours 36% of Sep 1-8 (10h/27h)</a:t>
            </a:r>
          </a:p>
        </p:txBody>
      </p:sp>
      <p:sp>
        <p:nvSpPr>
          <p:cNvPr id="13" name="">
            <a:extLst xmlns:a="http://schemas.openxmlformats.org/drawingml/2006/main">
              <a:ext uri="{FF2B5EF4-FFF2-40B4-BE49-F238E27FC236}">
                <a16:creationId xmlns:a16="http://schemas.microsoft.com/office/drawing/2014/main" id="{BB79660B-2E41-4495-A633-2F8751C9DA88}"/>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043C7B09-C803-43A8-952A-ACC3070DAA52}"/>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36%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EE6A038D-CBF8-424B-87D7-274E36CF8727}"/>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20</a:t>
            </a:r>
          </a:p>
        </p:txBody>
      </p:sp>
    </p:spTree>
    <p:extLst>
      <p:ext uri="{BB962C8B-B14F-4D97-AF65-F5344CB8AC3E}">
        <p14:creationId xmlns:p14="http://schemas.microsoft.com/office/powerpoint/2010/main" val="1656663002"/>
      </p:ext>
    </p:extLst>
  </p:cSld>
</p:sld>
</file>

<file path=ppt/slides/slide21.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7AF0787-94CD-4DEF-856A-FDC14C170A67}"/>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FF2A82D8-5891-4C44-97FE-5EEB2694E2A3}"/>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1357FC90-F11A-4B42-878C-779FAEC58D99}"/>
              </a:ext>
            </a:extLst>
          </p:cNvPr>
          <p:cNvPicPr>
            <a:picLocks xmlns:a="http://schemas.openxmlformats.org/drawingml/2006/main" noChangeAspect="1"/>
          </p:cNvPicPr>
          <p:nvPr/>
        </p:nvPicPr>
        <p:blipFill>
          <a:blip xmlns:r="http://schemas.openxmlformats.org/officeDocument/2006/relationships" xmlns:a="http://schemas.openxmlformats.org/drawingml/2006/main" r:embed="R78ad879583f047cf"/>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079C72-F2B1-426D-AB93-7AB18E832F52}"/>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kaybon03@icloud.com</a:t>
            </a:r>
          </a:p>
        </p:txBody>
      </p:sp>
      <p:sp>
        <p:nvSpPr>
          <p:cNvPr id="5" name="">
            <a:extLst xmlns:a="http://schemas.openxmlformats.org/drawingml/2006/main">
              <a:ext uri="{FF2B5EF4-FFF2-40B4-BE49-F238E27FC236}">
                <a16:creationId xmlns:a16="http://schemas.microsoft.com/office/drawing/2014/main" id="{625496A7-B5DB-4434-B35A-3AAAF55DB1DC}"/>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5A3BE666-E1CE-4962-81EC-78F98D41BD1D}"/>
              </a:ext>
            </a:extLst>
          </p:cNvPr>
          <p:cNvSpPr>
            <a:spLocks xmlns:a="http://schemas.openxmlformats.org/drawingml/2006/main" noGrp="1"/>
          </p:cNvSpPr>
          <p:nvPr/>
        </p:nvSpPr>
        <p:spPr>
          <a:xfrm xmlns:a="http://schemas.openxmlformats.org/drawingml/2006/main">
            <a:off x="628650" y="2333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1FB841C6-CD56-4C1A-9184-90A813D80156}"/>
              </a:ext>
            </a:extLst>
          </p:cNvPr>
          <p:cNvSpPr>
            <a:spLocks xmlns:a="http://schemas.openxmlformats.org/drawingml/2006/main" noGrp="1"/>
          </p:cNvSpPr>
          <p:nvPr/>
        </p:nvSpPr>
        <p:spPr>
          <a:xfrm xmlns:a="http://schemas.openxmlformats.org/drawingml/2006/main">
            <a:off x="628650" y="2543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@kayjb_3</a:t>
            </a:r>
          </a:p>
        </p:txBody>
      </p:sp>
      <p:sp>
        <p:nvSpPr>
          <p:cNvPr id="8" name="">
            <a:extLst xmlns:a="http://schemas.openxmlformats.org/drawingml/2006/main">
              <a:ext uri="{FF2B5EF4-FFF2-40B4-BE49-F238E27FC236}">
                <a16:creationId xmlns:a16="http://schemas.microsoft.com/office/drawing/2014/main" id="{4E87AF4C-5848-4F95-9A18-37664B82F467}"/>
              </a:ext>
            </a:extLst>
          </p:cNvPr>
          <p:cNvSpPr>
            <a:spLocks xmlns:a="http://schemas.openxmlformats.org/drawingml/2006/main" noGrp="1"/>
          </p:cNvSpPr>
          <p:nvPr/>
        </p:nvSpPr>
        <p:spPr>
          <a:xfrm xmlns:a="http://schemas.openxmlformats.org/drawingml/2006/main">
            <a:off x="647700" y="3038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DAE05C88-66E3-42BF-A0A1-D7B880F5729C}"/>
              </a:ext>
            </a:extLst>
          </p:cNvPr>
          <p:cNvSpPr>
            <a:spLocks xmlns:a="http://schemas.openxmlformats.org/drawingml/2006/main" noGrp="1"/>
          </p:cNvSpPr>
          <p:nvPr/>
        </p:nvSpPr>
        <p:spPr>
          <a:xfrm xmlns:a="http://schemas.openxmlformats.org/drawingml/2006/main">
            <a:off x="628650" y="3228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51,746</a:t>
            </a:r>
          </a:p>
        </p:txBody>
      </p:sp>
      <p:sp>
        <p:nvSpPr>
          <p:cNvPr id="10" name="">
            <a:extLst xmlns:a="http://schemas.openxmlformats.org/drawingml/2006/main">
              <a:ext uri="{FF2B5EF4-FFF2-40B4-BE49-F238E27FC236}">
                <a16:creationId xmlns:a16="http://schemas.microsoft.com/office/drawing/2014/main" id="{EE92E25A-9E74-40EC-A131-95D93A00DA81}"/>
              </a:ext>
            </a:extLst>
          </p:cNvPr>
          <p:cNvSpPr>
            <a:spLocks xmlns:a="http://schemas.openxmlformats.org/drawingml/2006/main" noGrp="1"/>
          </p:cNvSpPr>
          <p:nvPr/>
        </p:nvSpPr>
        <p:spPr>
          <a:xfrm xmlns:a="http://schemas.openxmlformats.org/drawingml/2006/main">
            <a:off x="647700" y="3648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350,377  |  October: 298,631</a:t>
            </a:r>
          </a:p>
        </p:txBody>
      </p:sp>
      <p:sp>
        <p:nvSpPr>
          <p:cNvPr id="11" name="">
            <a:extLst xmlns:a="http://schemas.openxmlformats.org/drawingml/2006/main">
              <a:ext uri="{FF2B5EF4-FFF2-40B4-BE49-F238E27FC236}">
                <a16:creationId xmlns:a16="http://schemas.microsoft.com/office/drawing/2014/main" id="{1CB0CC72-4381-4121-8206-578B0B7EE0C4}"/>
              </a:ext>
            </a:extLst>
          </p:cNvPr>
          <p:cNvSpPr>
            <a:spLocks xmlns:a="http://schemas.openxmlformats.org/drawingml/2006/main" noGrp="1"/>
          </p:cNvSpPr>
          <p:nvPr/>
        </p:nvSpPr>
        <p:spPr>
          <a:xfrm xmlns:a="http://schemas.openxmlformats.org/drawingml/2006/main">
            <a:off x="4000500" y="2562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D0FE897E-87EF-4711-953A-AF2C55465B49}"/>
              </a:ext>
            </a:extLst>
          </p:cNvPr>
          <p:cNvSpPr>
            <a:spLocks xmlns:a="http://schemas.openxmlformats.org/drawingml/2006/main" noGrp="1"/>
          </p:cNvSpPr>
          <p:nvPr/>
        </p:nvSpPr>
        <p:spPr>
          <a:xfrm xmlns:a="http://schemas.openxmlformats.org/drawingml/2006/main">
            <a:off x="4000500" y="2809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Same activity; diamonds 85% of Sep 1-8</a:t>
            </a:r>
          </a:p>
        </p:txBody>
      </p:sp>
      <p:sp>
        <p:nvSpPr>
          <p:cNvPr id="13" name="">
            <a:extLst xmlns:a="http://schemas.openxmlformats.org/drawingml/2006/main">
              <a:ext uri="{FF2B5EF4-FFF2-40B4-BE49-F238E27FC236}">
                <a16:creationId xmlns:a16="http://schemas.microsoft.com/office/drawing/2014/main" id="{0D93CAC9-B1F2-450B-BE7E-AE46438A65EE}"/>
              </a:ext>
            </a:extLst>
          </p:cNvPr>
          <p:cNvSpPr>
            <a:spLocks xmlns:a="http://schemas.openxmlformats.org/drawingml/2006/main" noGrp="1"/>
          </p:cNvSpPr>
          <p:nvPr/>
        </p:nvSpPr>
        <p:spPr>
          <a:xfrm xmlns:a="http://schemas.openxmlformats.org/drawingml/2006/main">
            <a:off x="7620000" y="2562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6221FB16-C9A6-4C0F-8561-4DEFE301E150}"/>
              </a:ext>
            </a:extLst>
          </p:cNvPr>
          <p:cNvSpPr>
            <a:spLocks xmlns:a="http://schemas.openxmlformats.org/drawingml/2006/main" noGrp="1"/>
          </p:cNvSpPr>
          <p:nvPr/>
        </p:nvSpPr>
        <p:spPr>
          <a:xfrm xmlns:a="http://schemas.openxmlformats.org/drawingml/2006/main">
            <a:off x="7620000" y="2809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15" name="">
            <a:extLst xmlns:a="http://schemas.openxmlformats.org/drawingml/2006/main">
              <a:ext uri="{FF2B5EF4-FFF2-40B4-BE49-F238E27FC236}">
                <a16:creationId xmlns:a16="http://schemas.microsoft.com/office/drawing/2014/main" id="{B3110A49-CC4D-4444-BEB6-87E286F02483}"/>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21</a:t>
            </a:r>
          </a:p>
        </p:txBody>
      </p:sp>
    </p:spTree>
    <p:extLst>
      <p:ext uri="{BB962C8B-B14F-4D97-AF65-F5344CB8AC3E}">
        <p14:creationId xmlns:p14="http://schemas.microsoft.com/office/powerpoint/2010/main" val="213496191"/>
      </p:ext>
    </p:extLst>
  </p:cSld>
</p:sld>
</file>

<file path=ppt/slides/slide22.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F515041-3B97-4017-94AE-111B7D932343}"/>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A3B9EB90-7934-4FC7-B37E-11E3F4DAB973}"/>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784F8112-F934-4F2B-98E6-7989DA2CBCAD}"/>
              </a:ext>
            </a:extLst>
          </p:cNvPr>
          <p:cNvPicPr>
            <a:picLocks xmlns:a="http://schemas.openxmlformats.org/drawingml/2006/main" noChangeAspect="1"/>
          </p:cNvPicPr>
          <p:nvPr/>
        </p:nvPicPr>
        <p:blipFill>
          <a:blip xmlns:r="http://schemas.openxmlformats.org/officeDocument/2006/relationships" xmlns:a="http://schemas.openxmlformats.org/drawingml/2006/main" r:embed="R694b2c3a5697437e"/>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882136B-710B-4225-8830-604AEE69AACD}"/>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luke_matthew121@hotmail.co.uk</a:t>
            </a:r>
          </a:p>
        </p:txBody>
      </p:sp>
      <p:sp>
        <p:nvSpPr>
          <p:cNvPr id="5" name="">
            <a:extLst xmlns:a="http://schemas.openxmlformats.org/drawingml/2006/main">
              <a:ext uri="{FF2B5EF4-FFF2-40B4-BE49-F238E27FC236}">
                <a16:creationId xmlns:a16="http://schemas.microsoft.com/office/drawing/2014/main" id="{AC39CB82-D07B-4F48-A204-D1F909E06C6E}"/>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206191BE-CA04-4F71-B1D6-72BCC45EF3D9}"/>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4C029127-BB05-4381-A4DC-A0A020C63874}"/>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@arrcch</a:t>
            </a:r>
          </a:p>
        </p:txBody>
      </p:sp>
      <p:sp>
        <p:nvSpPr>
          <p:cNvPr id="8" name="">
            <a:extLst xmlns:a="http://schemas.openxmlformats.org/drawingml/2006/main">
              <a:ext uri="{FF2B5EF4-FFF2-40B4-BE49-F238E27FC236}">
                <a16:creationId xmlns:a16="http://schemas.microsoft.com/office/drawing/2014/main" id="{D5DD6471-C248-430A-B95B-12E73EB359B8}"/>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D97DBEC7-000A-4DBE-BC94-EAE6E2770F72}"/>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194,158</a:t>
            </a:r>
          </a:p>
        </p:txBody>
      </p:sp>
      <p:sp>
        <p:nvSpPr>
          <p:cNvPr id="10" name="">
            <a:extLst xmlns:a="http://schemas.openxmlformats.org/drawingml/2006/main">
              <a:ext uri="{FF2B5EF4-FFF2-40B4-BE49-F238E27FC236}">
                <a16:creationId xmlns:a16="http://schemas.microsoft.com/office/drawing/2014/main" id="{26B99D19-85ED-4D75-9174-479128AAA841}"/>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411,343  |  October: 217,185</a:t>
            </a:r>
          </a:p>
        </p:txBody>
      </p:sp>
      <p:sp>
        <p:nvSpPr>
          <p:cNvPr id="11" name="">
            <a:extLst xmlns:a="http://schemas.openxmlformats.org/drawingml/2006/main">
              <a:ext uri="{FF2B5EF4-FFF2-40B4-BE49-F238E27FC236}">
                <a16:creationId xmlns:a16="http://schemas.microsoft.com/office/drawing/2014/main" id="{6389F800-50F4-48F8-825F-9714D6D84465}"/>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CADFB327-9E0A-45A6-8D93-AF63BAB42D83}"/>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53% of Sep 1-8 (217.2k/411.3k)</a:t>
            </a:r>
          </a:p>
          <a:p xmlns:a="http://schemas.openxmlformats.org/drawingml/2006/main">
            <a:pPr>
              <a:defRPr sz="1275" b="0">
                <a:solidFill>
                  <a:srgbClr val="F7F4EC"/>
                </a:solidFill>
              </a:defRPr>
            </a:pPr>
            <a:r>
              <a:rPr sz="1275" b="0">
                <a:solidFill>
                  <a:srgbClr val="F7F4EC"/>
                </a:solidFill>
              </a:rPr>
              <a:t>Hours 72% of Sep 1-8 (20h/28h)</a:t>
            </a:r>
          </a:p>
        </p:txBody>
      </p:sp>
      <p:sp>
        <p:nvSpPr>
          <p:cNvPr id="13" name="">
            <a:extLst xmlns:a="http://schemas.openxmlformats.org/drawingml/2006/main">
              <a:ext uri="{FF2B5EF4-FFF2-40B4-BE49-F238E27FC236}">
                <a16:creationId xmlns:a16="http://schemas.microsoft.com/office/drawing/2014/main" id="{37475AA2-7382-4BD7-8AF7-00EA93D8580E}"/>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9C60A544-E103-4DE0-86E6-35473F538EEE}"/>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72%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7FAD96DF-F95E-4937-9F77-59A5D86231E2}"/>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C440FDE5-0653-4E55-91F8-16CD594F43EC}"/>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@glenifarr</a:t>
            </a:r>
          </a:p>
        </p:txBody>
      </p:sp>
      <p:sp>
        <p:nvSpPr>
          <p:cNvPr id="17" name="">
            <a:extLst xmlns:a="http://schemas.openxmlformats.org/drawingml/2006/main">
              <a:ext uri="{FF2B5EF4-FFF2-40B4-BE49-F238E27FC236}">
                <a16:creationId xmlns:a16="http://schemas.microsoft.com/office/drawing/2014/main" id="{2E3FA60C-E1D2-4B63-B40A-39F106C42A8A}"/>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C9DC54F8-B171-425C-A756-7A9F79449B2B}"/>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114,639</a:t>
            </a:r>
          </a:p>
        </p:txBody>
      </p:sp>
      <p:sp>
        <p:nvSpPr>
          <p:cNvPr id="19" name="">
            <a:extLst xmlns:a="http://schemas.openxmlformats.org/drawingml/2006/main">
              <a:ext uri="{FF2B5EF4-FFF2-40B4-BE49-F238E27FC236}">
                <a16:creationId xmlns:a16="http://schemas.microsoft.com/office/drawing/2014/main" id="{CFECDB78-A63C-4822-85B2-1C9E8FEFB346}"/>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119,870  |  October: 5,231</a:t>
            </a:r>
          </a:p>
        </p:txBody>
      </p:sp>
      <p:sp>
        <p:nvSpPr>
          <p:cNvPr id="20" name="">
            <a:extLst xmlns:a="http://schemas.openxmlformats.org/drawingml/2006/main">
              <a:ext uri="{FF2B5EF4-FFF2-40B4-BE49-F238E27FC236}">
                <a16:creationId xmlns:a16="http://schemas.microsoft.com/office/drawing/2014/main" id="{1864E585-18B3-4854-B0B5-362BDADB734A}"/>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C5E0D0F9-67BE-42D7-9D60-787181236CC2}"/>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14% of Sep 1-8 (4h/30h)</a:t>
            </a:r>
          </a:p>
          <a:p xmlns:a="http://schemas.openxmlformats.org/drawingml/2006/main">
            <a:pPr>
              <a:defRPr sz="1275" b="0">
                <a:solidFill>
                  <a:srgbClr val="F7F4EC"/>
                </a:solidFill>
              </a:defRPr>
            </a:pPr>
            <a:r>
              <a:rPr sz="1275" b="0">
                <a:solidFill>
                  <a:srgbClr val="F7F4EC"/>
                </a:solidFill>
              </a:rPr>
              <a:t>Diamonds 4% of Sep 1-8 (5.2k/119.9k)</a:t>
            </a:r>
          </a:p>
        </p:txBody>
      </p:sp>
      <p:sp>
        <p:nvSpPr>
          <p:cNvPr id="22" name="">
            <a:extLst xmlns:a="http://schemas.openxmlformats.org/drawingml/2006/main">
              <a:ext uri="{FF2B5EF4-FFF2-40B4-BE49-F238E27FC236}">
                <a16:creationId xmlns:a16="http://schemas.microsoft.com/office/drawing/2014/main" id="{64370650-626A-4493-87F9-3B00C957AD47}"/>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C7208450-B89C-477B-A1E7-51B28F503426}"/>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14% of their September level. Ask what is stopping them from going live, then agree a realistic weekly live schedule and check it is followed.</a:t>
            </a:r>
          </a:p>
        </p:txBody>
      </p:sp>
      <p:sp>
        <p:nvSpPr>
          <p:cNvPr id="24" name="">
            <a:extLst xmlns:a="http://schemas.openxmlformats.org/drawingml/2006/main">
              <a:ext uri="{FF2B5EF4-FFF2-40B4-BE49-F238E27FC236}">
                <a16:creationId xmlns:a16="http://schemas.microsoft.com/office/drawing/2014/main" id="{C9B984D1-E03C-4ADC-AA15-85B339B648BF}"/>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A7523DB3-44DA-4E71-9D2F-E32AD0284E0C}"/>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@phantomjaguar</a:t>
            </a:r>
          </a:p>
        </p:txBody>
      </p:sp>
      <p:sp>
        <p:nvSpPr>
          <p:cNvPr id="26" name="">
            <a:extLst xmlns:a="http://schemas.openxmlformats.org/drawingml/2006/main">
              <a:ext uri="{FF2B5EF4-FFF2-40B4-BE49-F238E27FC236}">
                <a16:creationId xmlns:a16="http://schemas.microsoft.com/office/drawing/2014/main" id="{7F34F2B2-5987-432A-81C5-63DB68AC7194}"/>
              </a:ext>
            </a:extLst>
          </p:cNvPr>
          <p:cNvSpPr>
            <a:spLocks xmlns:a="http://schemas.openxmlformats.org/drawingml/2006/main" noGrp="1"/>
          </p:cNvSpPr>
          <p:nvPr/>
        </p:nvSpPr>
        <p:spPr>
          <a:xfrm xmlns:a="http://schemas.openxmlformats.org/drawingml/2006/main">
            <a:off x="647700" y="56673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27" name="">
            <a:extLst xmlns:a="http://schemas.openxmlformats.org/drawingml/2006/main">
              <a:ext uri="{FF2B5EF4-FFF2-40B4-BE49-F238E27FC236}">
                <a16:creationId xmlns:a16="http://schemas.microsoft.com/office/drawing/2014/main" id="{DDA8426E-A560-4620-BD3A-911F169F283B}"/>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35,948</a:t>
            </a:r>
          </a:p>
        </p:txBody>
      </p:sp>
      <p:sp>
        <p:nvSpPr>
          <p:cNvPr id="28" name="">
            <a:extLst xmlns:a="http://schemas.openxmlformats.org/drawingml/2006/main">
              <a:ext uri="{FF2B5EF4-FFF2-40B4-BE49-F238E27FC236}">
                <a16:creationId xmlns:a16="http://schemas.microsoft.com/office/drawing/2014/main" id="{4578C573-2C05-4A70-9FF1-511222B52483}"/>
              </a:ext>
            </a:extLst>
          </p:cNvPr>
          <p:cNvSpPr>
            <a:spLocks xmlns:a="http://schemas.openxmlformats.org/drawingml/2006/main" noGrp="1"/>
          </p:cNvSpPr>
          <p:nvPr/>
        </p:nvSpPr>
        <p:spPr>
          <a:xfrm xmlns:a="http://schemas.openxmlformats.org/drawingml/2006/main">
            <a:off x="647700" y="62769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65,497  |  October: 29,549</a:t>
            </a:r>
          </a:p>
        </p:txBody>
      </p:sp>
      <p:sp>
        <p:nvSpPr>
          <p:cNvPr id="29" name="">
            <a:extLst xmlns:a="http://schemas.openxmlformats.org/drawingml/2006/main">
              <a:ext uri="{FF2B5EF4-FFF2-40B4-BE49-F238E27FC236}">
                <a16:creationId xmlns:a16="http://schemas.microsoft.com/office/drawing/2014/main" id="{02E80C63-8368-4B42-871E-830071D1BC4D}"/>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54EAF99C-A748-48E4-8FFA-A4FA9C6CB270}"/>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45% of Sep 1-8 (29.5k/65.5k)</a:t>
            </a:r>
          </a:p>
          <a:p xmlns:a="http://schemas.openxmlformats.org/drawingml/2006/main">
            <a:pPr>
              <a:defRPr sz="1275" b="0">
                <a:solidFill>
                  <a:srgbClr val="F7F4EC"/>
                </a:solidFill>
              </a:defRPr>
            </a:pPr>
            <a:r>
              <a:rPr sz="1275" b="0">
                <a:solidFill>
                  <a:srgbClr val="F7F4EC"/>
                </a:solidFill>
              </a:rPr>
              <a:t>Hours 65% of Sep 1-8 (40h/61h)</a:t>
            </a:r>
          </a:p>
        </p:txBody>
      </p:sp>
      <p:sp>
        <p:nvSpPr>
          <p:cNvPr id="31" name="">
            <a:extLst xmlns:a="http://schemas.openxmlformats.org/drawingml/2006/main">
              <a:ext uri="{FF2B5EF4-FFF2-40B4-BE49-F238E27FC236}">
                <a16:creationId xmlns:a16="http://schemas.microsoft.com/office/drawing/2014/main" id="{F61F77B7-EE01-4D50-9736-6526040C759B}"/>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AFFB6A39-773C-435A-98FE-6B6C43CCDED5}"/>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65%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33" name="">
            <a:extLst xmlns:a="http://schemas.openxmlformats.org/drawingml/2006/main">
              <a:ext uri="{FF2B5EF4-FFF2-40B4-BE49-F238E27FC236}">
                <a16:creationId xmlns:a16="http://schemas.microsoft.com/office/drawing/2014/main" id="{77A7C851-373C-4107-AB79-8980F1612622}"/>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22</a:t>
            </a:r>
          </a:p>
        </p:txBody>
      </p:sp>
    </p:spTree>
    <p:extLst>
      <p:ext uri="{BB962C8B-B14F-4D97-AF65-F5344CB8AC3E}">
        <p14:creationId xmlns:p14="http://schemas.microsoft.com/office/powerpoint/2010/main" val="162834639"/>
      </p:ext>
    </p:extLst>
  </p:cSld>
</p:sld>
</file>

<file path=ppt/slides/slide23.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8AC8D0C-46F5-44E3-A017-56485B91720B}"/>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E1A77CF6-46D7-4B19-85C0-FE931214865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11F1931D-4076-4882-B8D3-B651444BA3EE}"/>
              </a:ext>
            </a:extLst>
          </p:cNvPr>
          <p:cNvPicPr>
            <a:picLocks xmlns:a="http://schemas.openxmlformats.org/drawingml/2006/main" noChangeAspect="1"/>
          </p:cNvPicPr>
          <p:nvPr/>
        </p:nvPicPr>
        <p:blipFill>
          <a:blip xmlns:r="http://schemas.openxmlformats.org/officeDocument/2006/relationships" xmlns:a="http://schemas.openxmlformats.org/drawingml/2006/main" r:embed="R58cba039a1954f60"/>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AD3F668-53D9-471B-8D72-4AF779F300B3}"/>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luke_matthew121@hotmail.co.uk</a:t>
            </a:r>
          </a:p>
        </p:txBody>
      </p:sp>
      <p:sp>
        <p:nvSpPr>
          <p:cNvPr id="5" name="">
            <a:extLst xmlns:a="http://schemas.openxmlformats.org/drawingml/2006/main">
              <a:ext uri="{FF2B5EF4-FFF2-40B4-BE49-F238E27FC236}">
                <a16:creationId xmlns:a16="http://schemas.microsoft.com/office/drawing/2014/main" id="{71C8338A-3AFF-4A8A-9622-877F6C589335}"/>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A6433B67-91F0-4956-89BF-9A75FDD64708}"/>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D869AAFB-AE3E-4CD3-8994-70178A391374}"/>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@turbotagz</a:t>
            </a:r>
          </a:p>
        </p:txBody>
      </p:sp>
      <p:sp>
        <p:nvSpPr>
          <p:cNvPr id="8" name="">
            <a:extLst xmlns:a="http://schemas.openxmlformats.org/drawingml/2006/main">
              <a:ext uri="{FF2B5EF4-FFF2-40B4-BE49-F238E27FC236}">
                <a16:creationId xmlns:a16="http://schemas.microsoft.com/office/drawing/2014/main" id="{D53D211E-0A90-44A0-9F32-D7068D7BEE7B}"/>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C4B02000-2FDE-4BB8-88DF-FC828E26D927}"/>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34,982</a:t>
            </a:r>
          </a:p>
        </p:txBody>
      </p:sp>
      <p:sp>
        <p:nvSpPr>
          <p:cNvPr id="10" name="">
            <a:extLst xmlns:a="http://schemas.openxmlformats.org/drawingml/2006/main">
              <a:ext uri="{FF2B5EF4-FFF2-40B4-BE49-F238E27FC236}">
                <a16:creationId xmlns:a16="http://schemas.microsoft.com/office/drawing/2014/main" id="{C63145FE-1EED-493C-923B-7FB0369E2E55}"/>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56,031  |  October: 21,049</a:t>
            </a:r>
          </a:p>
        </p:txBody>
      </p:sp>
      <p:sp>
        <p:nvSpPr>
          <p:cNvPr id="11" name="">
            <a:extLst xmlns:a="http://schemas.openxmlformats.org/drawingml/2006/main">
              <a:ext uri="{FF2B5EF4-FFF2-40B4-BE49-F238E27FC236}">
                <a16:creationId xmlns:a16="http://schemas.microsoft.com/office/drawing/2014/main" id="{53CA22A9-CF7E-4EB8-9E14-61A96AD5CF41}"/>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D6E8424E-DDDC-404F-B118-E5F0D4A2AFAB}"/>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31% of Sep 1-8 (11h/35h)</a:t>
            </a:r>
          </a:p>
          <a:p xmlns:a="http://schemas.openxmlformats.org/drawingml/2006/main">
            <a:pPr>
              <a:defRPr sz="1275" b="0">
                <a:solidFill>
                  <a:srgbClr val="F7F4EC"/>
                </a:solidFill>
              </a:defRPr>
            </a:pPr>
            <a:r>
              <a:rPr sz="1275" b="0">
                <a:solidFill>
                  <a:srgbClr val="F7F4EC"/>
                </a:solidFill>
              </a:rPr>
              <a:t>Diamonds 38% of Sep 1-8 (21.0k/56.0k)</a:t>
            </a:r>
          </a:p>
        </p:txBody>
      </p:sp>
      <p:sp>
        <p:nvSpPr>
          <p:cNvPr id="13" name="">
            <a:extLst xmlns:a="http://schemas.openxmlformats.org/drawingml/2006/main">
              <a:ext uri="{FF2B5EF4-FFF2-40B4-BE49-F238E27FC236}">
                <a16:creationId xmlns:a16="http://schemas.microsoft.com/office/drawing/2014/main" id="{BB929A65-C6A0-4355-96B3-CA608818F7DD}"/>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20BB29EA-DD56-4828-9E3C-26B686B98939}"/>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31%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46019815-74BD-48B3-B47C-A94471B77C03}"/>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48DEDF56-C2D9-4D27-B690-0A07F131AFE8}"/>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@rustytrigger_1</a:t>
            </a:r>
          </a:p>
        </p:txBody>
      </p:sp>
      <p:sp>
        <p:nvSpPr>
          <p:cNvPr id="17" name="">
            <a:extLst xmlns:a="http://schemas.openxmlformats.org/drawingml/2006/main">
              <a:ext uri="{FF2B5EF4-FFF2-40B4-BE49-F238E27FC236}">
                <a16:creationId xmlns:a16="http://schemas.microsoft.com/office/drawing/2014/main" id="{2926DE0C-82A1-48FF-A63C-A1696D31FF77}"/>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4E55EC47-E6C8-46E9-8766-73BD352CDD9F}"/>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29,748</a:t>
            </a:r>
          </a:p>
        </p:txBody>
      </p:sp>
      <p:sp>
        <p:nvSpPr>
          <p:cNvPr id="19" name="">
            <a:extLst xmlns:a="http://schemas.openxmlformats.org/drawingml/2006/main">
              <a:ext uri="{FF2B5EF4-FFF2-40B4-BE49-F238E27FC236}">
                <a16:creationId xmlns:a16="http://schemas.microsoft.com/office/drawing/2014/main" id="{0E4E88A9-C9F7-4DD3-84FC-BFF6B86A52ED}"/>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32,053  |  October: 2,305</a:t>
            </a:r>
          </a:p>
        </p:txBody>
      </p:sp>
      <p:sp>
        <p:nvSpPr>
          <p:cNvPr id="20" name="">
            <a:extLst xmlns:a="http://schemas.openxmlformats.org/drawingml/2006/main">
              <a:ext uri="{FF2B5EF4-FFF2-40B4-BE49-F238E27FC236}">
                <a16:creationId xmlns:a16="http://schemas.microsoft.com/office/drawing/2014/main" id="{88F5D230-D494-4005-831C-886AC4E8ACE2}"/>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A8B9FC27-735F-4878-A8FF-0F40662ED46F}"/>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7% of Sep 1-8 (2.3k/32.1k)</a:t>
            </a:r>
          </a:p>
        </p:txBody>
      </p:sp>
      <p:sp>
        <p:nvSpPr>
          <p:cNvPr id="22" name="">
            <a:extLst xmlns:a="http://schemas.openxmlformats.org/drawingml/2006/main">
              <a:ext uri="{FF2B5EF4-FFF2-40B4-BE49-F238E27FC236}">
                <a16:creationId xmlns:a16="http://schemas.microsoft.com/office/drawing/2014/main" id="{18E988B6-CCB0-428E-B786-1EE4403600C4}"/>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4EF78608-BC07-4AFF-BC5F-753C399C7A03}"/>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r>
              <a:t/>
            </a:r>
          </a:p>
        </p:txBody>
      </p:sp>
      <p:sp>
        <p:nvSpPr>
          <p:cNvPr id="24" name="">
            <a:extLst xmlns:a="http://schemas.openxmlformats.org/drawingml/2006/main">
              <a:ext uri="{FF2B5EF4-FFF2-40B4-BE49-F238E27FC236}">
                <a16:creationId xmlns:a16="http://schemas.microsoft.com/office/drawing/2014/main" id="{1DEE0AE3-106A-4C78-ABC9-EF9CAD205791}"/>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23</a:t>
            </a:r>
          </a:p>
        </p:txBody>
      </p:sp>
    </p:spTree>
    <p:extLst>
      <p:ext uri="{BB962C8B-B14F-4D97-AF65-F5344CB8AC3E}">
        <p14:creationId xmlns:p14="http://schemas.microsoft.com/office/powerpoint/2010/main" val="742966354"/>
      </p:ext>
    </p:extLst>
  </p:cSld>
</p:sld>
</file>

<file path=ppt/slides/slide24.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FC06BCE-797C-41C7-888B-D175F14BDEBD}"/>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9E6DB2EC-6B05-46C6-BDC0-0DDFB10FC95D}"/>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5380B282-91F4-4418-9142-B0231F09D24A}"/>
              </a:ext>
            </a:extLst>
          </p:cNvPr>
          <p:cNvPicPr>
            <a:picLocks xmlns:a="http://schemas.openxmlformats.org/drawingml/2006/main" noChangeAspect="1"/>
          </p:cNvPicPr>
          <p:nvPr/>
        </p:nvPicPr>
        <p:blipFill>
          <a:blip xmlns:r="http://schemas.openxmlformats.org/officeDocument/2006/relationships" xmlns:a="http://schemas.openxmlformats.org/drawingml/2006/main" r:embed="R35dd22b25ed14d89"/>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6C770E-0FFB-400B-B00D-CC2BF6C421B9}"/>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megan25121990@hotmail.com</a:t>
            </a:r>
          </a:p>
        </p:txBody>
      </p:sp>
      <p:sp>
        <p:nvSpPr>
          <p:cNvPr id="5" name="">
            <a:extLst xmlns:a="http://schemas.openxmlformats.org/drawingml/2006/main">
              <a:ext uri="{FF2B5EF4-FFF2-40B4-BE49-F238E27FC236}">
                <a16:creationId xmlns:a16="http://schemas.microsoft.com/office/drawing/2014/main" id="{7DB4C441-844E-4397-8AD3-1AC42CC307FA}"/>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CF14F101-E1CA-4485-B9E9-4B6927C742EC}"/>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35086060-EDAC-406E-851F-45A0A2DC0281}"/>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@nklnne</a:t>
            </a:r>
          </a:p>
        </p:txBody>
      </p:sp>
      <p:sp>
        <p:nvSpPr>
          <p:cNvPr id="8" name="">
            <a:extLst xmlns:a="http://schemas.openxmlformats.org/drawingml/2006/main">
              <a:ext uri="{FF2B5EF4-FFF2-40B4-BE49-F238E27FC236}">
                <a16:creationId xmlns:a16="http://schemas.microsoft.com/office/drawing/2014/main" id="{421300D3-F0D2-4549-8D6A-BE35794BB890}"/>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B9C21738-B0FC-4579-936A-43D766F27C12}"/>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76,806</a:t>
            </a:r>
          </a:p>
        </p:txBody>
      </p:sp>
      <p:sp>
        <p:nvSpPr>
          <p:cNvPr id="10" name="">
            <a:extLst xmlns:a="http://schemas.openxmlformats.org/drawingml/2006/main">
              <a:ext uri="{FF2B5EF4-FFF2-40B4-BE49-F238E27FC236}">
                <a16:creationId xmlns:a16="http://schemas.microsoft.com/office/drawing/2014/main" id="{9CCB5666-3AC8-40CA-8006-C4BA1DB0D6C4}"/>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113,411  |  October: 36,605</a:t>
            </a:r>
          </a:p>
        </p:txBody>
      </p:sp>
      <p:sp>
        <p:nvSpPr>
          <p:cNvPr id="11" name="">
            <a:extLst xmlns:a="http://schemas.openxmlformats.org/drawingml/2006/main">
              <a:ext uri="{FF2B5EF4-FFF2-40B4-BE49-F238E27FC236}">
                <a16:creationId xmlns:a16="http://schemas.microsoft.com/office/drawing/2014/main" id="{4961017D-1690-4319-B24A-509CB2DC55F5}"/>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D3CD4B19-2475-42C6-9586-02212C688131}"/>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Hours 39% of Sep 1-8 (12h/30h)</a:t>
            </a:r>
          </a:p>
          <a:p xmlns:a="http://schemas.openxmlformats.org/drawingml/2006/main">
            <a:pPr>
              <a:defRPr sz="1275" b="0">
                <a:solidFill>
                  <a:srgbClr val="F7F4EC"/>
                </a:solidFill>
              </a:defRPr>
            </a:pPr>
            <a:r>
              <a:rPr sz="1275" b="0">
                <a:solidFill>
                  <a:srgbClr val="F7F4EC"/>
                </a:solidFill>
              </a:rPr>
              <a:t>Diamonds 32% of Sep 1-8 (36.6k/113.4k)</a:t>
            </a:r>
          </a:p>
        </p:txBody>
      </p:sp>
      <p:sp>
        <p:nvSpPr>
          <p:cNvPr id="13" name="">
            <a:extLst xmlns:a="http://schemas.openxmlformats.org/drawingml/2006/main">
              <a:ext uri="{FF2B5EF4-FFF2-40B4-BE49-F238E27FC236}">
                <a16:creationId xmlns:a16="http://schemas.microsoft.com/office/drawing/2014/main" id="{24B8F8AC-4A6B-475D-B7C3-9011CD9AF5DC}"/>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AB5C8F32-3A17-4913-A919-17B92E0657B2}"/>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39% of their September level. Ask what is stopping them from going live, then agree a realistic weekly live schedule and check it is followed.</a:t>
            </a:r>
          </a:p>
        </p:txBody>
      </p:sp>
      <p:sp>
        <p:nvSpPr>
          <p:cNvPr id="15" name="">
            <a:extLst xmlns:a="http://schemas.openxmlformats.org/drawingml/2006/main">
              <a:ext uri="{FF2B5EF4-FFF2-40B4-BE49-F238E27FC236}">
                <a16:creationId xmlns:a16="http://schemas.microsoft.com/office/drawing/2014/main" id="{65C99017-5057-48B7-B2C7-EDB77D71A16C}"/>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C6350826-6E22-4B27-8B9B-B1BFEC8A26A0}"/>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@clo.elizabeth1</a:t>
            </a:r>
          </a:p>
        </p:txBody>
      </p:sp>
      <p:sp>
        <p:nvSpPr>
          <p:cNvPr id="17" name="">
            <a:extLst xmlns:a="http://schemas.openxmlformats.org/drawingml/2006/main">
              <a:ext uri="{FF2B5EF4-FFF2-40B4-BE49-F238E27FC236}">
                <a16:creationId xmlns:a16="http://schemas.microsoft.com/office/drawing/2014/main" id="{9880E136-CFCD-4F44-B89E-46897103B469}"/>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B488248F-A39C-488F-8F25-8D12C64068F4}"/>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34,464</a:t>
            </a:r>
          </a:p>
        </p:txBody>
      </p:sp>
      <p:sp>
        <p:nvSpPr>
          <p:cNvPr id="19" name="">
            <a:extLst xmlns:a="http://schemas.openxmlformats.org/drawingml/2006/main">
              <a:ext uri="{FF2B5EF4-FFF2-40B4-BE49-F238E27FC236}">
                <a16:creationId xmlns:a16="http://schemas.microsoft.com/office/drawing/2014/main" id="{B7BD3E84-43C5-48E9-8B4D-0BF14347505E}"/>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34,464  |  October: 0</a:t>
            </a:r>
          </a:p>
        </p:txBody>
      </p:sp>
      <p:sp>
        <p:nvSpPr>
          <p:cNvPr id="20" name="">
            <a:extLst xmlns:a="http://schemas.openxmlformats.org/drawingml/2006/main">
              <a:ext uri="{FF2B5EF4-FFF2-40B4-BE49-F238E27FC236}">
                <a16:creationId xmlns:a16="http://schemas.microsoft.com/office/drawing/2014/main" id="{5AED1115-FD9E-471E-B05B-B1A9534EEE10}"/>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838D634F-CD77-4470-BBEB-86570C91BBA0}"/>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22" name="">
            <a:extLst xmlns:a="http://schemas.openxmlformats.org/drawingml/2006/main">
              <a:ext uri="{FF2B5EF4-FFF2-40B4-BE49-F238E27FC236}">
                <a16:creationId xmlns:a16="http://schemas.microsoft.com/office/drawing/2014/main" id="{690833F9-DBDB-41FF-9575-794CA9C0EC61}"/>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44B7FF35-5E40-49D7-BDEA-03EE90E1B09C}"/>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24" name="">
            <a:extLst xmlns:a="http://schemas.openxmlformats.org/drawingml/2006/main">
              <a:ext uri="{FF2B5EF4-FFF2-40B4-BE49-F238E27FC236}">
                <a16:creationId xmlns:a16="http://schemas.microsoft.com/office/drawing/2014/main" id="{4D147237-60DD-46B3-A9F7-D934A92BF86A}"/>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24</a:t>
            </a:r>
          </a:p>
        </p:txBody>
      </p:sp>
    </p:spTree>
    <p:extLst>
      <p:ext uri="{BB962C8B-B14F-4D97-AF65-F5344CB8AC3E}">
        <p14:creationId xmlns:p14="http://schemas.microsoft.com/office/powerpoint/2010/main" val="1251772126"/>
      </p:ext>
    </p:extLst>
  </p:cSld>
</p:sld>
</file>

<file path=ppt/slides/slide25.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5F5E023-7B72-4CB2-A9E7-31B8B02C0A5A}"/>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0210CF57-9943-46B2-AD5B-F8204E654ACD}"/>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8D6735E5-D4C6-474B-896F-887A01E18796}"/>
              </a:ext>
            </a:extLst>
          </p:cNvPr>
          <p:cNvPicPr>
            <a:picLocks xmlns:a="http://schemas.openxmlformats.org/drawingml/2006/main" noChangeAspect="1"/>
          </p:cNvPicPr>
          <p:nvPr/>
        </p:nvPicPr>
        <p:blipFill>
          <a:blip xmlns:r="http://schemas.openxmlformats.org/officeDocument/2006/relationships" xmlns:a="http://schemas.openxmlformats.org/drawingml/2006/main" r:embed="R56212e6d6d064c68"/>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67E5C8B-E672-4B72-A00E-F8D2B61C74E6}"/>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mikehalesjb@gmail.com</a:t>
            </a:r>
          </a:p>
        </p:txBody>
      </p:sp>
      <p:sp>
        <p:nvSpPr>
          <p:cNvPr id="5" name="">
            <a:extLst xmlns:a="http://schemas.openxmlformats.org/drawingml/2006/main">
              <a:ext uri="{FF2B5EF4-FFF2-40B4-BE49-F238E27FC236}">
                <a16:creationId xmlns:a16="http://schemas.microsoft.com/office/drawing/2014/main" id="{84C0365D-6F06-4D8E-9967-B05F460B3E1D}"/>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0FB1928A-0240-44A2-986E-219E0FC5C7EC}"/>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4B2F5DD3-F85E-490E-8D8A-DEC54A6A9E24}"/>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@coran.purser</a:t>
            </a:r>
          </a:p>
        </p:txBody>
      </p:sp>
      <p:sp>
        <p:nvSpPr>
          <p:cNvPr id="8" name="">
            <a:extLst xmlns:a="http://schemas.openxmlformats.org/drawingml/2006/main">
              <a:ext uri="{FF2B5EF4-FFF2-40B4-BE49-F238E27FC236}">
                <a16:creationId xmlns:a16="http://schemas.microsoft.com/office/drawing/2014/main" id="{E7F02360-19F3-4298-B57D-03CEEAA0D35C}"/>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8821DB94-D61E-4C2A-A1C5-60E049A1B8D5}"/>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235,755</a:t>
            </a:r>
          </a:p>
        </p:txBody>
      </p:sp>
      <p:sp>
        <p:nvSpPr>
          <p:cNvPr id="10" name="">
            <a:extLst xmlns:a="http://schemas.openxmlformats.org/drawingml/2006/main">
              <a:ext uri="{FF2B5EF4-FFF2-40B4-BE49-F238E27FC236}">
                <a16:creationId xmlns:a16="http://schemas.microsoft.com/office/drawing/2014/main" id="{3537BE27-240B-4CEC-9B30-66019B272DAE}"/>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407,090  |  October: 171,335</a:t>
            </a:r>
          </a:p>
        </p:txBody>
      </p:sp>
      <p:sp>
        <p:nvSpPr>
          <p:cNvPr id="11" name="">
            <a:extLst xmlns:a="http://schemas.openxmlformats.org/drawingml/2006/main">
              <a:ext uri="{FF2B5EF4-FFF2-40B4-BE49-F238E27FC236}">
                <a16:creationId xmlns:a16="http://schemas.microsoft.com/office/drawing/2014/main" id="{84CB741F-D66F-4EC4-863D-68A4BC5385F1}"/>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C63F163B-E784-4531-AD20-73F5FDB9B116}"/>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42% of Sep 1-8 (171.3k/407.1k)</a:t>
            </a:r>
          </a:p>
          <a:p xmlns:a="http://schemas.openxmlformats.org/drawingml/2006/main">
            <a:pPr>
              <a:defRPr sz="1275" b="0">
                <a:solidFill>
                  <a:srgbClr val="F7F4EC"/>
                </a:solidFill>
              </a:defRPr>
            </a:pPr>
            <a:r>
              <a:rPr sz="1275" b="0">
                <a:solidFill>
                  <a:srgbClr val="F7F4EC"/>
                </a:solidFill>
              </a:rPr>
              <a:t>Matches 48% of Sep 1-8 (151/312)</a:t>
            </a:r>
          </a:p>
        </p:txBody>
      </p:sp>
      <p:sp>
        <p:nvSpPr>
          <p:cNvPr id="13" name="">
            <a:extLst xmlns:a="http://schemas.openxmlformats.org/drawingml/2006/main">
              <a:ext uri="{FF2B5EF4-FFF2-40B4-BE49-F238E27FC236}">
                <a16:creationId xmlns:a16="http://schemas.microsoft.com/office/drawing/2014/main" id="{0A8F388D-C5A2-4E2D-8AFC-550542392BC4}"/>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6E34F534-CDE7-45DE-8921-5C114D4B2044}"/>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60%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F772528B-6FEE-435D-BE15-A8DD4FF4DF0E}"/>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4EDFEAF2-E8FA-4E24-B612-24F0E11112E6}"/>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@dam_it_chan</a:t>
            </a:r>
          </a:p>
        </p:txBody>
      </p:sp>
      <p:sp>
        <p:nvSpPr>
          <p:cNvPr id="17" name="">
            <a:extLst xmlns:a="http://schemas.openxmlformats.org/drawingml/2006/main">
              <a:ext uri="{FF2B5EF4-FFF2-40B4-BE49-F238E27FC236}">
                <a16:creationId xmlns:a16="http://schemas.microsoft.com/office/drawing/2014/main" id="{4DE0D424-2C29-4D5F-889E-E4157063B4C4}"/>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931BFFC0-F5B7-46AF-A238-9D358DFB14A2}"/>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134,803</a:t>
            </a:r>
          </a:p>
        </p:txBody>
      </p:sp>
      <p:sp>
        <p:nvSpPr>
          <p:cNvPr id="19" name="">
            <a:extLst xmlns:a="http://schemas.openxmlformats.org/drawingml/2006/main">
              <a:ext uri="{FF2B5EF4-FFF2-40B4-BE49-F238E27FC236}">
                <a16:creationId xmlns:a16="http://schemas.microsoft.com/office/drawing/2014/main" id="{371ADABB-28DB-47B0-8F01-E5E4F9B326E0}"/>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297,720  |  October: 162,917</a:t>
            </a:r>
          </a:p>
        </p:txBody>
      </p:sp>
      <p:sp>
        <p:nvSpPr>
          <p:cNvPr id="20" name="">
            <a:extLst xmlns:a="http://schemas.openxmlformats.org/drawingml/2006/main">
              <a:ext uri="{FF2B5EF4-FFF2-40B4-BE49-F238E27FC236}">
                <a16:creationId xmlns:a16="http://schemas.microsoft.com/office/drawing/2014/main" id="{F90640A0-7D8C-499D-982E-B248D368E2F3}"/>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F723CF74-8AAF-4BEB-82D6-9AF285BFB067}"/>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55% of Sep 1-8 (162.9k/297.7k)</a:t>
            </a:r>
          </a:p>
          <a:p xmlns:a="http://schemas.openxmlformats.org/drawingml/2006/main">
            <a:pPr>
              <a:defRPr sz="1275" b="0">
                <a:solidFill>
                  <a:srgbClr val="F7F4EC"/>
                </a:solidFill>
              </a:defRPr>
            </a:pPr>
            <a:r>
              <a:rPr sz="1275" b="0">
                <a:solidFill>
                  <a:srgbClr val="F7F4EC"/>
                </a:solidFill>
              </a:rPr>
              <a:t>Matches 62% of Sep 1-8 (70/113)</a:t>
            </a:r>
          </a:p>
        </p:txBody>
      </p:sp>
      <p:sp>
        <p:nvSpPr>
          <p:cNvPr id="22" name="">
            <a:extLst xmlns:a="http://schemas.openxmlformats.org/drawingml/2006/main">
              <a:ext uri="{FF2B5EF4-FFF2-40B4-BE49-F238E27FC236}">
                <a16:creationId xmlns:a16="http://schemas.microsoft.com/office/drawing/2014/main" id="{54ED15F4-F71B-44A7-87C0-7CF3D76215DC}"/>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C4F0BD8B-88A2-4104-A68D-1DF14F5E67C4}"/>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starting fewer streams than usual. Agree fixed live slots for the week and make sure those slots are protected.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2F70F5F3-C0B4-49F4-A0DD-0A176C8ECA64}"/>
              </a:ext>
            </a:extLst>
          </p:cNvPr>
          <p:cNvSpPr>
            <a:spLocks xmlns:a="http://schemas.openxmlformats.org/drawingml/2006/main" noGrp="1"/>
          </p:cNvSpPr>
          <p:nvPr/>
        </p:nvSpPr>
        <p:spPr>
          <a:xfrm xmlns:a="http://schemas.openxmlformats.org/drawingml/2006/main">
            <a:off x="628650" y="49625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25" name="">
            <a:extLst xmlns:a="http://schemas.openxmlformats.org/drawingml/2006/main">
              <a:ext uri="{FF2B5EF4-FFF2-40B4-BE49-F238E27FC236}">
                <a16:creationId xmlns:a16="http://schemas.microsoft.com/office/drawing/2014/main" id="{9E297A83-075B-4586-8F8A-18316678A851}"/>
              </a:ext>
            </a:extLst>
          </p:cNvPr>
          <p:cNvSpPr>
            <a:spLocks xmlns:a="http://schemas.openxmlformats.org/drawingml/2006/main" noGrp="1"/>
          </p:cNvSpPr>
          <p:nvPr/>
        </p:nvSpPr>
        <p:spPr>
          <a:xfrm xmlns:a="http://schemas.openxmlformats.org/drawingml/2006/main">
            <a:off x="628650" y="51720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@aiden..97</a:t>
            </a:r>
          </a:p>
        </p:txBody>
      </p:sp>
      <p:sp>
        <p:nvSpPr>
          <p:cNvPr id="26" name="">
            <a:extLst xmlns:a="http://schemas.openxmlformats.org/drawingml/2006/main">
              <a:ext uri="{FF2B5EF4-FFF2-40B4-BE49-F238E27FC236}">
                <a16:creationId xmlns:a16="http://schemas.microsoft.com/office/drawing/2014/main" id="{26D6C799-13A9-4B1A-946F-FF1C6779BDD2}"/>
              </a:ext>
            </a:extLst>
          </p:cNvPr>
          <p:cNvSpPr>
            <a:spLocks xmlns:a="http://schemas.openxmlformats.org/drawingml/2006/main" noGrp="1"/>
          </p:cNvSpPr>
          <p:nvPr/>
        </p:nvSpPr>
        <p:spPr>
          <a:xfrm xmlns:a="http://schemas.openxmlformats.org/drawingml/2006/main">
            <a:off x="647700" y="56673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27" name="">
            <a:extLst xmlns:a="http://schemas.openxmlformats.org/drawingml/2006/main">
              <a:ext uri="{FF2B5EF4-FFF2-40B4-BE49-F238E27FC236}">
                <a16:creationId xmlns:a16="http://schemas.microsoft.com/office/drawing/2014/main" id="{699ADC4C-2197-4590-9F07-28CCA552F2D2}"/>
              </a:ext>
            </a:extLst>
          </p:cNvPr>
          <p:cNvSpPr>
            <a:spLocks xmlns:a="http://schemas.openxmlformats.org/drawingml/2006/main" noGrp="1"/>
          </p:cNvSpPr>
          <p:nvPr/>
        </p:nvSpPr>
        <p:spPr>
          <a:xfrm xmlns:a="http://schemas.openxmlformats.org/drawingml/2006/main">
            <a:off x="628650" y="58578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39,689</a:t>
            </a:r>
          </a:p>
        </p:txBody>
      </p:sp>
      <p:sp>
        <p:nvSpPr>
          <p:cNvPr id="28" name="">
            <a:extLst xmlns:a="http://schemas.openxmlformats.org/drawingml/2006/main">
              <a:ext uri="{FF2B5EF4-FFF2-40B4-BE49-F238E27FC236}">
                <a16:creationId xmlns:a16="http://schemas.microsoft.com/office/drawing/2014/main" id="{CDE090D8-5256-4F32-9B38-6092CE79586C}"/>
              </a:ext>
            </a:extLst>
          </p:cNvPr>
          <p:cNvSpPr>
            <a:spLocks xmlns:a="http://schemas.openxmlformats.org/drawingml/2006/main" noGrp="1"/>
          </p:cNvSpPr>
          <p:nvPr/>
        </p:nvSpPr>
        <p:spPr>
          <a:xfrm xmlns:a="http://schemas.openxmlformats.org/drawingml/2006/main">
            <a:off x="647700" y="62769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39,689  |  October: 0</a:t>
            </a:r>
          </a:p>
        </p:txBody>
      </p:sp>
      <p:sp>
        <p:nvSpPr>
          <p:cNvPr id="29" name="">
            <a:extLst xmlns:a="http://schemas.openxmlformats.org/drawingml/2006/main">
              <a:ext uri="{FF2B5EF4-FFF2-40B4-BE49-F238E27FC236}">
                <a16:creationId xmlns:a16="http://schemas.microsoft.com/office/drawing/2014/main" id="{4DC56B62-0EA7-439C-93FA-1A13C05CE6F7}"/>
              </a:ext>
            </a:extLst>
          </p:cNvPr>
          <p:cNvSpPr>
            <a:spLocks xmlns:a="http://schemas.openxmlformats.org/drawingml/2006/main" noGrp="1"/>
          </p:cNvSpPr>
          <p:nvPr/>
        </p:nvSpPr>
        <p:spPr>
          <a:xfrm xmlns:a="http://schemas.openxmlformats.org/drawingml/2006/main">
            <a:off x="4000500" y="51911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30" name="">
            <a:extLst xmlns:a="http://schemas.openxmlformats.org/drawingml/2006/main">
              <a:ext uri="{FF2B5EF4-FFF2-40B4-BE49-F238E27FC236}">
                <a16:creationId xmlns:a16="http://schemas.microsoft.com/office/drawing/2014/main" id="{872FFC34-8CE7-4176-87B0-B383D36CF7E5}"/>
              </a:ext>
            </a:extLst>
          </p:cNvPr>
          <p:cNvSpPr>
            <a:spLocks xmlns:a="http://schemas.openxmlformats.org/drawingml/2006/main" noGrp="1"/>
          </p:cNvSpPr>
          <p:nvPr/>
        </p:nvSpPr>
        <p:spPr>
          <a:xfrm xmlns:a="http://schemas.openxmlformats.org/drawingml/2006/main">
            <a:off x="4000500" y="54387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No October activity</a:t>
            </a:r>
          </a:p>
        </p:txBody>
      </p:sp>
      <p:sp>
        <p:nvSpPr>
          <p:cNvPr id="31" name="">
            <a:extLst xmlns:a="http://schemas.openxmlformats.org/drawingml/2006/main">
              <a:ext uri="{FF2B5EF4-FFF2-40B4-BE49-F238E27FC236}">
                <a16:creationId xmlns:a16="http://schemas.microsoft.com/office/drawing/2014/main" id="{E5BE37BF-1A7A-4068-A115-03BEEEBB8BE9}"/>
              </a:ext>
            </a:extLst>
          </p:cNvPr>
          <p:cNvSpPr>
            <a:spLocks xmlns:a="http://schemas.openxmlformats.org/drawingml/2006/main" noGrp="1"/>
          </p:cNvSpPr>
          <p:nvPr/>
        </p:nvSpPr>
        <p:spPr>
          <a:xfrm xmlns:a="http://schemas.openxmlformats.org/drawingml/2006/main">
            <a:off x="7620000" y="51911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32" name="">
            <a:extLst xmlns:a="http://schemas.openxmlformats.org/drawingml/2006/main">
              <a:ext uri="{FF2B5EF4-FFF2-40B4-BE49-F238E27FC236}">
                <a16:creationId xmlns:a16="http://schemas.microsoft.com/office/drawing/2014/main" id="{392444D3-1F7A-42AA-BCF1-B9349A885BFF}"/>
              </a:ext>
            </a:extLst>
          </p:cNvPr>
          <p:cNvSpPr>
            <a:spLocks xmlns:a="http://schemas.openxmlformats.org/drawingml/2006/main" noGrp="1"/>
          </p:cNvSpPr>
          <p:nvPr/>
        </p:nvSpPr>
        <p:spPr>
          <a:xfrm xmlns:a="http://schemas.openxmlformats.org/drawingml/2006/main">
            <a:off x="7620000" y="54387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This creator has not earned diamonds in October. Contact them today to confirm they are active, find out what is stopping them from going live, and agree their next scheduled live.</a:t>
            </a:r>
          </a:p>
        </p:txBody>
      </p:sp>
      <p:sp>
        <p:nvSpPr>
          <p:cNvPr id="33" name="">
            <a:extLst xmlns:a="http://schemas.openxmlformats.org/drawingml/2006/main">
              <a:ext uri="{FF2B5EF4-FFF2-40B4-BE49-F238E27FC236}">
                <a16:creationId xmlns:a16="http://schemas.microsoft.com/office/drawing/2014/main" id="{5A95F5AC-1B40-46EA-9F42-8E6AE1A1E2AA}"/>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25</a:t>
            </a:r>
          </a:p>
        </p:txBody>
      </p:sp>
    </p:spTree>
    <p:extLst>
      <p:ext uri="{BB962C8B-B14F-4D97-AF65-F5344CB8AC3E}">
        <p14:creationId xmlns:p14="http://schemas.microsoft.com/office/powerpoint/2010/main" val="58891210"/>
      </p:ext>
    </p:extLst>
  </p:cSld>
</p:sld>
</file>

<file path=ppt/slides/slide26.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F4BBD21-B31F-4718-8E53-575C7362CF63}"/>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2B000FEA-FEF4-4D7B-9C72-457A407C7E9D}"/>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D5B08273-1414-4651-8EDC-D3B27F463082}"/>
              </a:ext>
            </a:extLst>
          </p:cNvPr>
          <p:cNvPicPr>
            <a:picLocks xmlns:a="http://schemas.openxmlformats.org/drawingml/2006/main" noChangeAspect="1"/>
          </p:cNvPicPr>
          <p:nvPr/>
        </p:nvPicPr>
        <p:blipFill>
          <a:blip xmlns:r="http://schemas.openxmlformats.org/officeDocument/2006/relationships" xmlns:a="http://schemas.openxmlformats.org/drawingml/2006/main" r:embed="R5601cfa903c24e2c"/>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3911203-BF7A-4260-93F5-CCCF5CA65DB0}"/>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mikehalesjb@gmail.com</a:t>
            </a:r>
          </a:p>
        </p:txBody>
      </p:sp>
      <p:sp>
        <p:nvSpPr>
          <p:cNvPr id="5" name="">
            <a:extLst xmlns:a="http://schemas.openxmlformats.org/drawingml/2006/main">
              <a:ext uri="{FF2B5EF4-FFF2-40B4-BE49-F238E27FC236}">
                <a16:creationId xmlns:a16="http://schemas.microsoft.com/office/drawing/2014/main" id="{9F04AF28-597E-4307-B035-C12B893FE126}"/>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 - continued</a:t>
            </a:r>
          </a:p>
        </p:txBody>
      </p:sp>
      <p:sp>
        <p:nvSpPr>
          <p:cNvPr id="6" name="">
            <a:extLst xmlns:a="http://schemas.openxmlformats.org/drawingml/2006/main">
              <a:ext uri="{FF2B5EF4-FFF2-40B4-BE49-F238E27FC236}">
                <a16:creationId xmlns:a16="http://schemas.microsoft.com/office/drawing/2014/main" id="{2EA80CD2-9B12-4975-98FB-1A170D90FB91}"/>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A5909B60-0218-4E48-84A8-E825B874A65B}"/>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@sambaileysingerofficial</a:t>
            </a:r>
          </a:p>
        </p:txBody>
      </p:sp>
      <p:sp>
        <p:nvSpPr>
          <p:cNvPr id="8" name="">
            <a:extLst xmlns:a="http://schemas.openxmlformats.org/drawingml/2006/main">
              <a:ext uri="{FF2B5EF4-FFF2-40B4-BE49-F238E27FC236}">
                <a16:creationId xmlns:a16="http://schemas.microsoft.com/office/drawing/2014/main" id="{45C367A7-D634-4ACD-8F43-BCAC6AD02426}"/>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D9B13F0C-0979-4ECD-9DC6-15BE0FFCF9CF}"/>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37,083</a:t>
            </a:r>
          </a:p>
        </p:txBody>
      </p:sp>
      <p:sp>
        <p:nvSpPr>
          <p:cNvPr id="10" name="">
            <a:extLst xmlns:a="http://schemas.openxmlformats.org/drawingml/2006/main">
              <a:ext uri="{FF2B5EF4-FFF2-40B4-BE49-F238E27FC236}">
                <a16:creationId xmlns:a16="http://schemas.microsoft.com/office/drawing/2014/main" id="{6F26967D-7B8E-4EFF-B2B2-D461703E0F66}"/>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264,136  |  October: 227,053</a:t>
            </a:r>
          </a:p>
        </p:txBody>
      </p:sp>
      <p:sp>
        <p:nvSpPr>
          <p:cNvPr id="11" name="">
            <a:extLst xmlns:a="http://schemas.openxmlformats.org/drawingml/2006/main">
              <a:ext uri="{FF2B5EF4-FFF2-40B4-BE49-F238E27FC236}">
                <a16:creationId xmlns:a16="http://schemas.microsoft.com/office/drawing/2014/main" id="{485C6AF8-39A6-43F7-97EB-8CED603D4065}"/>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1F5F45D9-26A9-4DA7-BF30-BC7A893F5E5A}"/>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Streams 69% of Sep 1-8 (11/16)</a:t>
            </a:r>
          </a:p>
          <a:p xmlns:a="http://schemas.openxmlformats.org/drawingml/2006/main">
            <a:pPr>
              <a:defRPr sz="1275" b="0">
                <a:solidFill>
                  <a:srgbClr val="F7F4EC"/>
                </a:solidFill>
              </a:defRPr>
            </a:pPr>
            <a:r>
              <a:rPr sz="1275" b="0">
                <a:solidFill>
                  <a:srgbClr val="F7F4EC"/>
                </a:solidFill>
              </a:rPr>
              <a:t>Diamonds 86% of Sep 1-8 (227.1k/264.1k)</a:t>
            </a:r>
          </a:p>
        </p:txBody>
      </p:sp>
      <p:sp>
        <p:nvSpPr>
          <p:cNvPr id="13" name="">
            <a:extLst xmlns:a="http://schemas.openxmlformats.org/drawingml/2006/main">
              <a:ext uri="{FF2B5EF4-FFF2-40B4-BE49-F238E27FC236}">
                <a16:creationId xmlns:a16="http://schemas.microsoft.com/office/drawing/2014/main" id="{D7B9435D-35EE-46CC-86AB-E7FD9C6F9C22}"/>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25D46FD6-C7A2-4B78-B461-01D2DCC48521}"/>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starting fewer streams than usual. Agree fixed live slots for the week and make sure those slots are protected.</a:t>
            </a:r>
          </a:p>
        </p:txBody>
      </p:sp>
      <p:sp>
        <p:nvSpPr>
          <p:cNvPr id="15" name="">
            <a:extLst xmlns:a="http://schemas.openxmlformats.org/drawingml/2006/main">
              <a:ext uri="{FF2B5EF4-FFF2-40B4-BE49-F238E27FC236}">
                <a16:creationId xmlns:a16="http://schemas.microsoft.com/office/drawing/2014/main" id="{0B459D0E-53D8-4D44-8BA6-809E04D65176}"/>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87228A1D-24F4-4089-887E-F2095C2E40CB}"/>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@saraaelisabeth</a:t>
            </a:r>
          </a:p>
        </p:txBody>
      </p:sp>
      <p:sp>
        <p:nvSpPr>
          <p:cNvPr id="17" name="">
            <a:extLst xmlns:a="http://schemas.openxmlformats.org/drawingml/2006/main">
              <a:ext uri="{FF2B5EF4-FFF2-40B4-BE49-F238E27FC236}">
                <a16:creationId xmlns:a16="http://schemas.microsoft.com/office/drawing/2014/main" id="{A1938387-A359-4A4F-AE5E-DE333237A3A3}"/>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35B04B67-C86B-4EE2-8AF1-4EEEDA247497}"/>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33,394</a:t>
            </a:r>
          </a:p>
        </p:txBody>
      </p:sp>
      <p:sp>
        <p:nvSpPr>
          <p:cNvPr id="19" name="">
            <a:extLst xmlns:a="http://schemas.openxmlformats.org/drawingml/2006/main">
              <a:ext uri="{FF2B5EF4-FFF2-40B4-BE49-F238E27FC236}">
                <a16:creationId xmlns:a16="http://schemas.microsoft.com/office/drawing/2014/main" id="{C61758AB-D659-4767-B6F2-8FE2FBE0C208}"/>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34,926  |  October: 1,532</a:t>
            </a:r>
          </a:p>
        </p:txBody>
      </p:sp>
      <p:sp>
        <p:nvSpPr>
          <p:cNvPr id="20" name="">
            <a:extLst xmlns:a="http://schemas.openxmlformats.org/drawingml/2006/main">
              <a:ext uri="{FF2B5EF4-FFF2-40B4-BE49-F238E27FC236}">
                <a16:creationId xmlns:a16="http://schemas.microsoft.com/office/drawing/2014/main" id="{424658B7-60A9-4C94-8C16-AF9611DBD104}"/>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34266D85-0702-427B-8384-A0967D9C8430}"/>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4% of Sep 1-8 (1.5k/34.9k)</a:t>
            </a:r>
          </a:p>
          <a:p xmlns:a="http://schemas.openxmlformats.org/drawingml/2006/main">
            <a:pPr>
              <a:defRPr sz="1275" b="0">
                <a:solidFill>
                  <a:srgbClr val="F7F4EC"/>
                </a:solidFill>
              </a:defRPr>
            </a:pPr>
            <a:r>
              <a:rPr sz="1275" b="0">
                <a:solidFill>
                  <a:srgbClr val="F7F4EC"/>
                </a:solidFill>
              </a:rPr>
              <a:t>Hours 32% of Sep 1-8 (2h/6h)</a:t>
            </a:r>
          </a:p>
        </p:txBody>
      </p:sp>
      <p:sp>
        <p:nvSpPr>
          <p:cNvPr id="22" name="">
            <a:extLst xmlns:a="http://schemas.openxmlformats.org/drawingml/2006/main">
              <a:ext uri="{FF2B5EF4-FFF2-40B4-BE49-F238E27FC236}">
                <a16:creationId xmlns:a16="http://schemas.microsoft.com/office/drawing/2014/main" id="{564A27D6-0D0A-4003-8693-E64DF33F77B4}"/>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80B25F61-5DCF-4B6A-8783-20AC10DDE208}"/>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32% of their September level. Ask what is stopping them from going live, then agree a realistic weekly live schedule and check it is followed.</a:t>
            </a:r>
          </a:p>
        </p:txBody>
      </p:sp>
      <p:sp>
        <p:nvSpPr>
          <p:cNvPr id="24" name="">
            <a:extLst xmlns:a="http://schemas.openxmlformats.org/drawingml/2006/main">
              <a:ext uri="{FF2B5EF4-FFF2-40B4-BE49-F238E27FC236}">
                <a16:creationId xmlns:a16="http://schemas.microsoft.com/office/drawing/2014/main" id="{17DFF71A-2315-4DF8-A6DF-64ADD01EC456}"/>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26</a:t>
            </a:r>
          </a:p>
        </p:txBody>
      </p:sp>
    </p:spTree>
    <p:extLst>
      <p:ext uri="{BB962C8B-B14F-4D97-AF65-F5344CB8AC3E}">
        <p14:creationId xmlns:p14="http://schemas.microsoft.com/office/powerpoint/2010/main" val="239672974"/>
      </p:ext>
    </p:extLst>
  </p:cSld>
</p:sld>
</file>

<file path=ppt/slides/slide27.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474F37C-C1B3-4B2C-82C2-37AE117AE094}"/>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C9A3C5C4-459F-43A6-AD28-8B8A77DDEBCA}"/>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C7D2072B-59DE-423B-9AD9-2F78F91C3A94}"/>
              </a:ext>
            </a:extLst>
          </p:cNvPr>
          <p:cNvPicPr>
            <a:picLocks xmlns:a="http://schemas.openxmlformats.org/drawingml/2006/main" noChangeAspect="1"/>
          </p:cNvPicPr>
          <p:nvPr/>
        </p:nvPicPr>
        <p:blipFill>
          <a:blip xmlns:r="http://schemas.openxmlformats.org/officeDocument/2006/relationships" xmlns:a="http://schemas.openxmlformats.org/drawingml/2006/main" r:embed="Rdd52b38555004482"/>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B0B20D-81EB-46F1-A742-1ACE29DEBAF2}"/>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rachellouise18.rl@yahoo.com</a:t>
            </a:r>
          </a:p>
        </p:txBody>
      </p:sp>
      <p:sp>
        <p:nvSpPr>
          <p:cNvPr id="5" name="">
            <a:extLst xmlns:a="http://schemas.openxmlformats.org/drawingml/2006/main">
              <a:ext uri="{FF2B5EF4-FFF2-40B4-BE49-F238E27FC236}">
                <a16:creationId xmlns:a16="http://schemas.microsoft.com/office/drawing/2014/main" id="{F01CF68F-5B28-4BE9-895F-1ACE6F15A255}"/>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421521FB-1DD7-4763-9807-E5D2792C2955}"/>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006E812F-119B-4B12-94E4-1857C9A6660F}"/>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@al1ceroseb</a:t>
            </a:r>
          </a:p>
        </p:txBody>
      </p:sp>
      <p:sp>
        <p:nvSpPr>
          <p:cNvPr id="8" name="">
            <a:extLst xmlns:a="http://schemas.openxmlformats.org/drawingml/2006/main">
              <a:ext uri="{FF2B5EF4-FFF2-40B4-BE49-F238E27FC236}">
                <a16:creationId xmlns:a16="http://schemas.microsoft.com/office/drawing/2014/main" id="{3A14E78E-99EE-479A-838E-FA7B00132AAA}"/>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5E1E2EF8-51C9-4A45-8005-8066B85C9615}"/>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54,122</a:t>
            </a:r>
          </a:p>
        </p:txBody>
      </p:sp>
      <p:sp>
        <p:nvSpPr>
          <p:cNvPr id="10" name="">
            <a:extLst xmlns:a="http://schemas.openxmlformats.org/drawingml/2006/main">
              <a:ext uri="{FF2B5EF4-FFF2-40B4-BE49-F238E27FC236}">
                <a16:creationId xmlns:a16="http://schemas.microsoft.com/office/drawing/2014/main" id="{68269414-2903-414D-AF40-AA51D5695E94}"/>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99,127  |  October: 45,005</a:t>
            </a:r>
          </a:p>
        </p:txBody>
      </p:sp>
      <p:sp>
        <p:nvSpPr>
          <p:cNvPr id="11" name="">
            <a:extLst xmlns:a="http://schemas.openxmlformats.org/drawingml/2006/main">
              <a:ext uri="{FF2B5EF4-FFF2-40B4-BE49-F238E27FC236}">
                <a16:creationId xmlns:a16="http://schemas.microsoft.com/office/drawing/2014/main" id="{5E175C4E-8C40-48DD-98BA-4AF8CA48EE1E}"/>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C1927305-8A93-4686-899E-EA5B928EBDD8}"/>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Streams 29% of Sep 1-8 (5/17)</a:t>
            </a:r>
          </a:p>
          <a:p xmlns:a="http://schemas.openxmlformats.org/drawingml/2006/main">
            <a:pPr>
              <a:defRPr sz="1275" b="0">
                <a:solidFill>
                  <a:srgbClr val="F7F4EC"/>
                </a:solidFill>
              </a:defRPr>
            </a:pPr>
            <a:r>
              <a:rPr sz="1275" b="0">
                <a:solidFill>
                  <a:srgbClr val="F7F4EC"/>
                </a:solidFill>
              </a:rPr>
              <a:t>Hours 55% of Sep 1-8 (14h/25h)</a:t>
            </a:r>
          </a:p>
        </p:txBody>
      </p:sp>
      <p:sp>
        <p:nvSpPr>
          <p:cNvPr id="13" name="">
            <a:extLst xmlns:a="http://schemas.openxmlformats.org/drawingml/2006/main">
              <a:ext uri="{FF2B5EF4-FFF2-40B4-BE49-F238E27FC236}">
                <a16:creationId xmlns:a16="http://schemas.microsoft.com/office/drawing/2014/main" id="{96401CAC-F909-45E9-B61A-35CE3E307D68}"/>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4B12C3FC-F78E-46AF-99D7-9A182C310B6D}"/>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55%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9AF3E7C2-AA98-494C-8FB1-7E850E3E5A23}"/>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6CFD0544-3692-4E3C-BA0F-E45963E7460B}"/>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@raachlouisexxx</a:t>
            </a:r>
          </a:p>
        </p:txBody>
      </p:sp>
      <p:sp>
        <p:nvSpPr>
          <p:cNvPr id="17" name="">
            <a:extLst xmlns:a="http://schemas.openxmlformats.org/drawingml/2006/main">
              <a:ext uri="{FF2B5EF4-FFF2-40B4-BE49-F238E27FC236}">
                <a16:creationId xmlns:a16="http://schemas.microsoft.com/office/drawing/2014/main" id="{8C425F62-5586-429B-96D8-F8D29C3C9958}"/>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B941B469-1B94-49B0-AD0D-444E4FE45FC1}"/>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31,594</a:t>
            </a:r>
          </a:p>
        </p:txBody>
      </p:sp>
      <p:sp>
        <p:nvSpPr>
          <p:cNvPr id="19" name="">
            <a:extLst xmlns:a="http://schemas.openxmlformats.org/drawingml/2006/main">
              <a:ext uri="{FF2B5EF4-FFF2-40B4-BE49-F238E27FC236}">
                <a16:creationId xmlns:a16="http://schemas.microsoft.com/office/drawing/2014/main" id="{144ECAE3-B9AB-4639-B4E5-9DF710761D9E}"/>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31,692  |  October: 98</a:t>
            </a:r>
          </a:p>
        </p:txBody>
      </p:sp>
      <p:sp>
        <p:nvSpPr>
          <p:cNvPr id="20" name="">
            <a:extLst xmlns:a="http://schemas.openxmlformats.org/drawingml/2006/main">
              <a:ext uri="{FF2B5EF4-FFF2-40B4-BE49-F238E27FC236}">
                <a16:creationId xmlns:a16="http://schemas.microsoft.com/office/drawing/2014/main" id="{EA13D604-FC53-4519-8A08-A0B51C125663}"/>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3AF185F8-F5BC-460B-8E32-9B86BC3870BF}"/>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Same activity; diamonds 0% of Sep 1-8</a:t>
            </a:r>
          </a:p>
        </p:txBody>
      </p:sp>
      <p:sp>
        <p:nvSpPr>
          <p:cNvPr id="22" name="">
            <a:extLst xmlns:a="http://schemas.openxmlformats.org/drawingml/2006/main">
              <a:ext uri="{FF2B5EF4-FFF2-40B4-BE49-F238E27FC236}">
                <a16:creationId xmlns:a16="http://schemas.microsoft.com/office/drawing/2014/main" id="{2666E8DA-6C3A-4441-838E-8E8945A9114F}"/>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2E991868-79E8-46CA-981D-433CA17DDF98}"/>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They are putting in similar live time but earning less. Review their visual quality, consistency, stream set-up and how they convert viewers while live.</a:t>
            </a:r>
          </a:p>
        </p:txBody>
      </p:sp>
      <p:sp>
        <p:nvSpPr>
          <p:cNvPr id="24" name="">
            <a:extLst xmlns:a="http://schemas.openxmlformats.org/drawingml/2006/main">
              <a:ext uri="{FF2B5EF4-FFF2-40B4-BE49-F238E27FC236}">
                <a16:creationId xmlns:a16="http://schemas.microsoft.com/office/drawing/2014/main" id="{4CA89D08-6795-4128-91B1-6D4507322CBC}"/>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27</a:t>
            </a:r>
          </a:p>
        </p:txBody>
      </p:sp>
    </p:spTree>
    <p:extLst>
      <p:ext uri="{BB962C8B-B14F-4D97-AF65-F5344CB8AC3E}">
        <p14:creationId xmlns:p14="http://schemas.microsoft.com/office/powerpoint/2010/main" val="1806419403"/>
      </p:ext>
    </p:extLst>
  </p:cSld>
</p:sld>
</file>

<file path=ppt/slides/slide28.xml><?xml version="1.0" encoding="utf-8"?>
<p:sld xmlns:p="http://schemas.openxmlformats.org/presentationml/2006/main">
  <p:cSld>
    <p:bg>
      <p:bgPr>
        <a:solidFill xmlns:a="http://schemas.openxmlformats.org/drawingml/2006/main">
          <a:srgbClr val="08080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2766115-B2D5-448E-856F-67AE7AB8001E}"/>
              </a:ext>
            </a:extLst>
          </p:cNvPr>
          <p:cNvSpPr>
            <a:spLocks xmlns:a="http://schemas.openxmlformats.org/drawingml/2006/main" noGrp="1"/>
          </p:cNvSpPr>
          <p:nvPr/>
        </p:nvSpPr>
        <p:spPr>
          <a:xfrm xmlns:a="http://schemas.openxmlformats.org/drawingml/2006/main">
            <a:off x="628650" y="323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1C95B"/>
                </a:solidFill>
              </a:defRPr>
            </a:defPPr>
          </a:lstStyle>
          <a:p xmlns:a="http://schemas.openxmlformats.org/drawingml/2006/main">
            <a:pPr>
              <a:defRPr sz="1050" b="1">
                <a:solidFill>
                  <a:srgbClr val="F1C95B"/>
                </a:solidFill>
              </a:defRPr>
            </a:pPr>
            <a:r>
              <a:rPr sz="1050" b="1">
                <a:solidFill>
                  <a:srgbClr val="F1C95B"/>
                </a:solidFill>
              </a:rPr>
              <a:t>FIRST CLASS AGENCY</a:t>
            </a:r>
          </a:p>
        </p:txBody>
      </p:sp>
      <p:sp>
        <p:nvSpPr>
          <p:cNvPr id="2" name="">
            <a:extLst xmlns:a="http://schemas.openxmlformats.org/drawingml/2006/main">
              <a:ext uri="{FF2B5EF4-FFF2-40B4-BE49-F238E27FC236}">
                <a16:creationId xmlns:a16="http://schemas.microsoft.com/office/drawing/2014/main" id="{35AEA2CB-D07C-4EFD-8A32-35A6CA1791A1}"/>
              </a:ext>
            </a:extLst>
          </p:cNvPr>
          <p:cNvSpPr>
            <a:spLocks xmlns:a="http://schemas.openxmlformats.org/drawingml/2006/main" noGrp="1"/>
          </p:cNvSpPr>
          <p:nvPr/>
        </p:nvSpPr>
        <p:spPr>
          <a:xfrm xmlns:a="http://schemas.openxmlformats.org/drawingml/2006/main">
            <a:off x="628650" y="619125"/>
            <a:ext cx="10934700" cy="19050"/>
          </a:xfrm>
          <a:prstGeom xmlns:a="http://schemas.openxmlformats.org/drawingml/2006/main" prst="rect">
            <a:avLst/>
          </a:prstGeom>
          <a:solidFill xmlns:a="http://schemas.openxmlformats.org/drawingml/2006/main">
            <a:srgbClr val="725D28"/>
          </a:solidFill>
          <a:ln xmlns:a="http://schemas.openxmlformats.org/drawingml/2006/main" w="0">
            <a:solidFill>
              <a:srgbClr val="725D28"/>
            </a:solidFill>
            <a:prstDash val="solid"/>
          </a:ln>
        </p:spPr>
      </p:sp>
      <p:pic>
        <p:nvPicPr>
          <p:cNvPr id="3" name="">
            <a:extLst xmlns:a="http://schemas.openxmlformats.org/drawingml/2006/main">
              <a:ext uri="{FF2B5EF4-FFF2-40B4-BE49-F238E27FC236}">
                <a16:creationId xmlns:a16="http://schemas.microsoft.com/office/drawing/2014/main" id="{205D219A-BC77-491B-B993-35A64813E8DD}"/>
              </a:ext>
            </a:extLst>
          </p:cNvPr>
          <p:cNvPicPr>
            <a:picLocks xmlns:a="http://schemas.openxmlformats.org/drawingml/2006/main" noChangeAspect="1"/>
          </p:cNvPicPr>
          <p:nvPr/>
        </p:nvPicPr>
        <p:blipFill>
          <a:blip xmlns:r="http://schemas.openxmlformats.org/officeDocument/2006/relationships" xmlns:a="http://schemas.openxmlformats.org/drawingml/2006/main" r:embed="Rb47a057df91141aa"/>
          <a:stretch xmlns:a="http://schemas.openxmlformats.org/drawingml/2006/main"/>
        </p:blipFill>
        <p:spPr>
          <a:xfrm xmlns:a="http://schemas.openxmlformats.org/drawingml/2006/main">
            <a:off x="10334625" y="219075"/>
            <a:ext cx="762000" cy="38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1DD592-0DD1-41A2-AA06-9C13B6EC73A7}"/>
              </a:ext>
            </a:extLst>
          </p:cNvPr>
          <p:cNvSpPr>
            <a:spLocks xmlns:a="http://schemas.openxmlformats.org/drawingml/2006/main" noGrp="1"/>
          </p:cNvSpPr>
          <p:nvPr/>
        </p:nvSpPr>
        <p:spPr>
          <a:xfrm xmlns:a="http://schemas.openxmlformats.org/drawingml/2006/main">
            <a:off x="628650" y="9334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7F4EC"/>
                </a:solidFill>
              </a:defRPr>
            </a:defPPr>
          </a:lstStyle>
          <a:p xmlns:a="http://schemas.openxmlformats.org/drawingml/2006/main">
            <a:pPr>
              <a:defRPr sz="2250" b="1">
                <a:solidFill>
                  <a:srgbClr val="F7F4EC"/>
                </a:solidFill>
              </a:defRPr>
            </a:pPr>
            <a:r>
              <a:rPr sz="2250" b="1">
                <a:solidFill>
                  <a:srgbClr val="F7F4EC"/>
                </a:solidFill>
              </a:rPr>
              <a:t>stormliveagency@outlook.com</a:t>
            </a:r>
          </a:p>
        </p:txBody>
      </p:sp>
      <p:sp>
        <p:nvSpPr>
          <p:cNvPr id="5" name="">
            <a:extLst xmlns:a="http://schemas.openxmlformats.org/drawingml/2006/main">
              <a:ext uri="{FF2B5EF4-FFF2-40B4-BE49-F238E27FC236}">
                <a16:creationId xmlns:a16="http://schemas.microsoft.com/office/drawing/2014/main" id="{9ACC2BE5-D87E-4A71-83E4-BC1FA3C15FF7}"/>
              </a:ext>
            </a:extLst>
          </p:cNvPr>
          <p:cNvSpPr>
            <a:spLocks xmlns:a="http://schemas.openxmlformats.org/drawingml/2006/main" noGrp="1"/>
          </p:cNvSpPr>
          <p:nvPr/>
        </p:nvSpPr>
        <p:spPr>
          <a:xfrm xmlns:a="http://schemas.openxmlformats.org/drawingml/2006/main">
            <a:off x="647700" y="1409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BFB8AA"/>
                </a:solidFill>
              </a:defRPr>
            </a:defPPr>
          </a:lstStyle>
          <a:p xmlns:a="http://schemas.openxmlformats.org/drawingml/2006/main">
            <a:pPr>
              <a:defRPr sz="1200" b="0">
                <a:solidFill>
                  <a:srgbClr val="BFB8AA"/>
                </a:solidFill>
              </a:defRPr>
            </a:pPr>
            <a:r>
              <a:rPr sz="1200" b="0">
                <a:solidFill>
                  <a:srgbClr val="BFB8AA"/>
                </a:solidFill>
              </a:rPr>
              <a:t>Creator action review</a:t>
            </a:r>
          </a:p>
        </p:txBody>
      </p:sp>
      <p:sp>
        <p:nvSpPr>
          <p:cNvPr id="6" name="">
            <a:extLst xmlns:a="http://schemas.openxmlformats.org/drawingml/2006/main">
              <a:ext uri="{FF2B5EF4-FFF2-40B4-BE49-F238E27FC236}">
                <a16:creationId xmlns:a16="http://schemas.microsoft.com/office/drawing/2014/main" id="{D11A879E-92F4-40CD-9661-4B113F6402C8}"/>
              </a:ext>
            </a:extLst>
          </p:cNvPr>
          <p:cNvSpPr>
            <a:spLocks xmlns:a="http://schemas.openxmlformats.org/drawingml/2006/main" noGrp="1"/>
          </p:cNvSpPr>
          <p:nvPr/>
        </p:nvSpPr>
        <p:spPr>
          <a:xfrm xmlns:a="http://schemas.openxmlformats.org/drawingml/2006/main">
            <a:off x="628650" y="195262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7" name="">
            <a:extLst xmlns:a="http://schemas.openxmlformats.org/drawingml/2006/main">
              <a:ext uri="{FF2B5EF4-FFF2-40B4-BE49-F238E27FC236}">
                <a16:creationId xmlns:a16="http://schemas.microsoft.com/office/drawing/2014/main" id="{25C7ACAF-37E9-4D5E-9F25-C2AC26D5AFFD}"/>
              </a:ext>
            </a:extLst>
          </p:cNvPr>
          <p:cNvSpPr>
            <a:spLocks xmlns:a="http://schemas.openxmlformats.org/drawingml/2006/main" noGrp="1"/>
          </p:cNvSpPr>
          <p:nvPr/>
        </p:nvSpPr>
        <p:spPr>
          <a:xfrm xmlns:a="http://schemas.openxmlformats.org/drawingml/2006/main">
            <a:off x="628650" y="216217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@baby_b277</a:t>
            </a:r>
          </a:p>
        </p:txBody>
      </p:sp>
      <p:sp>
        <p:nvSpPr>
          <p:cNvPr id="8" name="">
            <a:extLst xmlns:a="http://schemas.openxmlformats.org/drawingml/2006/main">
              <a:ext uri="{FF2B5EF4-FFF2-40B4-BE49-F238E27FC236}">
                <a16:creationId xmlns:a16="http://schemas.microsoft.com/office/drawing/2014/main" id="{CBBE2A27-6ACA-4F15-BF55-2C2221A34DB1}"/>
              </a:ext>
            </a:extLst>
          </p:cNvPr>
          <p:cNvSpPr>
            <a:spLocks xmlns:a="http://schemas.openxmlformats.org/drawingml/2006/main" noGrp="1"/>
          </p:cNvSpPr>
          <p:nvPr/>
        </p:nvSpPr>
        <p:spPr>
          <a:xfrm xmlns:a="http://schemas.openxmlformats.org/drawingml/2006/main">
            <a:off x="647700" y="265747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9" name="">
            <a:extLst xmlns:a="http://schemas.openxmlformats.org/drawingml/2006/main">
              <a:ext uri="{FF2B5EF4-FFF2-40B4-BE49-F238E27FC236}">
                <a16:creationId xmlns:a16="http://schemas.microsoft.com/office/drawing/2014/main" id="{0521D3B2-46C7-4494-9049-9CAE53E9BBA9}"/>
              </a:ext>
            </a:extLst>
          </p:cNvPr>
          <p:cNvSpPr>
            <a:spLocks xmlns:a="http://schemas.openxmlformats.org/drawingml/2006/main" noGrp="1"/>
          </p:cNvSpPr>
          <p:nvPr/>
        </p:nvSpPr>
        <p:spPr>
          <a:xfrm xmlns:a="http://schemas.openxmlformats.org/drawingml/2006/main">
            <a:off x="628650" y="28479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32,777</a:t>
            </a:r>
          </a:p>
        </p:txBody>
      </p:sp>
      <p:sp>
        <p:nvSpPr>
          <p:cNvPr id="10" name="">
            <a:extLst xmlns:a="http://schemas.openxmlformats.org/drawingml/2006/main">
              <a:ext uri="{FF2B5EF4-FFF2-40B4-BE49-F238E27FC236}">
                <a16:creationId xmlns:a16="http://schemas.microsoft.com/office/drawing/2014/main" id="{7386D7D6-56BE-4771-ABF8-2AD3AC7BB0FC}"/>
              </a:ext>
            </a:extLst>
          </p:cNvPr>
          <p:cNvSpPr>
            <a:spLocks xmlns:a="http://schemas.openxmlformats.org/drawingml/2006/main" noGrp="1"/>
          </p:cNvSpPr>
          <p:nvPr/>
        </p:nvSpPr>
        <p:spPr>
          <a:xfrm xmlns:a="http://schemas.openxmlformats.org/drawingml/2006/main">
            <a:off x="647700" y="32670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53,653  |  October: 20,876</a:t>
            </a:r>
          </a:p>
        </p:txBody>
      </p:sp>
      <p:sp>
        <p:nvSpPr>
          <p:cNvPr id="11" name="">
            <a:extLst xmlns:a="http://schemas.openxmlformats.org/drawingml/2006/main">
              <a:ext uri="{FF2B5EF4-FFF2-40B4-BE49-F238E27FC236}">
                <a16:creationId xmlns:a16="http://schemas.microsoft.com/office/drawing/2014/main" id="{340C9568-1B85-4793-B8CC-1FC0568F790B}"/>
              </a:ext>
            </a:extLst>
          </p:cNvPr>
          <p:cNvSpPr>
            <a:spLocks xmlns:a="http://schemas.openxmlformats.org/drawingml/2006/main" noGrp="1"/>
          </p:cNvSpPr>
          <p:nvPr/>
        </p:nvSpPr>
        <p:spPr>
          <a:xfrm xmlns:a="http://schemas.openxmlformats.org/drawingml/2006/main">
            <a:off x="4000500" y="218122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12" name="">
            <a:extLst xmlns:a="http://schemas.openxmlformats.org/drawingml/2006/main">
              <a:ext uri="{FF2B5EF4-FFF2-40B4-BE49-F238E27FC236}">
                <a16:creationId xmlns:a16="http://schemas.microsoft.com/office/drawing/2014/main" id="{F6304ECB-A5C5-4567-9D19-0703AD28C960}"/>
              </a:ext>
            </a:extLst>
          </p:cNvPr>
          <p:cNvSpPr>
            <a:spLocks xmlns:a="http://schemas.openxmlformats.org/drawingml/2006/main" noGrp="1"/>
          </p:cNvSpPr>
          <p:nvPr/>
        </p:nvSpPr>
        <p:spPr>
          <a:xfrm xmlns:a="http://schemas.openxmlformats.org/drawingml/2006/main">
            <a:off x="4000500" y="242887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Matches 23% of Sep 1-8 (30/132)</a:t>
            </a:r>
          </a:p>
          <a:p xmlns:a="http://schemas.openxmlformats.org/drawingml/2006/main">
            <a:pPr>
              <a:defRPr sz="1275" b="0">
                <a:solidFill>
                  <a:srgbClr val="F7F4EC"/>
                </a:solidFill>
              </a:defRPr>
            </a:pPr>
            <a:r>
              <a:rPr sz="1275" b="0">
                <a:solidFill>
                  <a:srgbClr val="F7F4EC"/>
                </a:solidFill>
              </a:rPr>
              <a:t>Streams 32% of Sep 1-8 (12/37)</a:t>
            </a:r>
          </a:p>
        </p:txBody>
      </p:sp>
      <p:sp>
        <p:nvSpPr>
          <p:cNvPr id="13" name="">
            <a:extLst xmlns:a="http://schemas.openxmlformats.org/drawingml/2006/main">
              <a:ext uri="{FF2B5EF4-FFF2-40B4-BE49-F238E27FC236}">
                <a16:creationId xmlns:a16="http://schemas.microsoft.com/office/drawing/2014/main" id="{AAE5F65B-70C5-4BF9-BAE5-080E3B1AAADE}"/>
              </a:ext>
            </a:extLst>
          </p:cNvPr>
          <p:cNvSpPr>
            <a:spLocks xmlns:a="http://schemas.openxmlformats.org/drawingml/2006/main" noGrp="1"/>
          </p:cNvSpPr>
          <p:nvPr/>
        </p:nvSpPr>
        <p:spPr>
          <a:xfrm xmlns:a="http://schemas.openxmlformats.org/drawingml/2006/main">
            <a:off x="7620000" y="218122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14" name="">
            <a:extLst xmlns:a="http://schemas.openxmlformats.org/drawingml/2006/main">
              <a:ext uri="{FF2B5EF4-FFF2-40B4-BE49-F238E27FC236}">
                <a16:creationId xmlns:a16="http://schemas.microsoft.com/office/drawing/2014/main" id="{AE3235D5-BED9-40A4-93C8-EBB377C57D61}"/>
              </a:ext>
            </a:extLst>
          </p:cNvPr>
          <p:cNvSpPr>
            <a:spLocks xmlns:a="http://schemas.openxmlformats.org/drawingml/2006/main" noGrp="1"/>
          </p:cNvSpPr>
          <p:nvPr/>
        </p:nvSpPr>
        <p:spPr>
          <a:xfrm xmlns:a="http://schemas.openxmlformats.org/drawingml/2006/main">
            <a:off x="7620000" y="242887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38%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10 matches a day, help them find suitable partners, and review how the plan is going after a few days.</a:t>
            </a:r>
          </a:p>
        </p:txBody>
      </p:sp>
      <p:sp>
        <p:nvSpPr>
          <p:cNvPr id="15" name="">
            <a:extLst xmlns:a="http://schemas.openxmlformats.org/drawingml/2006/main">
              <a:ext uri="{FF2B5EF4-FFF2-40B4-BE49-F238E27FC236}">
                <a16:creationId xmlns:a16="http://schemas.microsoft.com/office/drawing/2014/main" id="{64E21AF0-75EB-48AE-AF86-E43186F17D33}"/>
              </a:ext>
            </a:extLst>
          </p:cNvPr>
          <p:cNvSpPr>
            <a:spLocks xmlns:a="http://schemas.openxmlformats.org/drawingml/2006/main" noGrp="1"/>
          </p:cNvSpPr>
          <p:nvPr/>
        </p:nvSpPr>
        <p:spPr>
          <a:xfrm xmlns:a="http://schemas.openxmlformats.org/drawingml/2006/main">
            <a:off x="628650" y="3457575"/>
            <a:ext cx="10934700" cy="9525"/>
          </a:xfrm>
          <a:prstGeom xmlns:a="http://schemas.openxmlformats.org/drawingml/2006/main" prst="rect">
            <a:avLst/>
          </a:prstGeom>
          <a:solidFill xmlns:a="http://schemas.openxmlformats.org/drawingml/2006/main">
            <a:srgbClr val="4B4127"/>
          </a:solidFill>
          <a:ln xmlns:a="http://schemas.openxmlformats.org/drawingml/2006/main" w="0">
            <a:solidFill>
              <a:srgbClr val="4B4127"/>
            </a:solidFill>
            <a:prstDash val="solid"/>
          </a:ln>
        </p:spPr>
      </p:sp>
      <p:sp>
        <p:nvSpPr>
          <p:cNvPr id="16" name="">
            <a:extLst xmlns:a="http://schemas.openxmlformats.org/drawingml/2006/main">
              <a:ext uri="{FF2B5EF4-FFF2-40B4-BE49-F238E27FC236}">
                <a16:creationId xmlns:a16="http://schemas.microsoft.com/office/drawing/2014/main" id="{5DB95A0B-35FF-47C2-A995-9E4CBB1A917E}"/>
              </a:ext>
            </a:extLst>
          </p:cNvPr>
          <p:cNvSpPr>
            <a:spLocks xmlns:a="http://schemas.openxmlformats.org/drawingml/2006/main" noGrp="1"/>
          </p:cNvSpPr>
          <p:nvPr/>
        </p:nvSpPr>
        <p:spPr>
          <a:xfrm xmlns:a="http://schemas.openxmlformats.org/drawingml/2006/main">
            <a:off x="628650" y="3667125"/>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7F4EC"/>
                </a:solidFill>
              </a:defRPr>
            </a:defPPr>
          </a:lstStyle>
          <a:p xmlns:a="http://schemas.openxmlformats.org/drawingml/2006/main">
            <a:pPr>
              <a:defRPr sz="2025" b="1">
                <a:solidFill>
                  <a:srgbClr val="F7F4EC"/>
                </a:solidFill>
              </a:defRPr>
            </a:pPr>
            <a:r>
              <a:rPr sz="2025" b="1">
                <a:solidFill>
                  <a:srgbClr val="F7F4EC"/>
                </a:solidFill>
              </a:rPr>
              <a:t>@hannakingwoodward</a:t>
            </a:r>
          </a:p>
        </p:txBody>
      </p:sp>
      <p:sp>
        <p:nvSpPr>
          <p:cNvPr id="17" name="">
            <a:extLst xmlns:a="http://schemas.openxmlformats.org/drawingml/2006/main">
              <a:ext uri="{FF2B5EF4-FFF2-40B4-BE49-F238E27FC236}">
                <a16:creationId xmlns:a16="http://schemas.microsoft.com/office/drawing/2014/main" id="{540FE2E0-0925-4BD6-9E49-1D45026FBD72}"/>
              </a:ext>
            </a:extLst>
          </p:cNvPr>
          <p:cNvSpPr>
            <a:spLocks xmlns:a="http://schemas.openxmlformats.org/drawingml/2006/main" noGrp="1"/>
          </p:cNvSpPr>
          <p:nvPr/>
        </p:nvSpPr>
        <p:spPr>
          <a:xfrm xmlns:a="http://schemas.openxmlformats.org/drawingml/2006/main">
            <a:off x="647700" y="4162425"/>
            <a:ext cx="2095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DIAMONDS LOST</a:t>
            </a:r>
          </a:p>
        </p:txBody>
      </p:sp>
      <p:sp>
        <p:nvSpPr>
          <p:cNvPr id="18" name="">
            <a:extLst xmlns:a="http://schemas.openxmlformats.org/drawingml/2006/main">
              <a:ext uri="{FF2B5EF4-FFF2-40B4-BE49-F238E27FC236}">
                <a16:creationId xmlns:a16="http://schemas.microsoft.com/office/drawing/2014/main" id="{56032F56-A907-47AD-BB40-4746C476E0CF}"/>
              </a:ext>
            </a:extLst>
          </p:cNvPr>
          <p:cNvSpPr>
            <a:spLocks xmlns:a="http://schemas.openxmlformats.org/drawingml/2006/main" noGrp="1"/>
          </p:cNvSpPr>
          <p:nvPr/>
        </p:nvSpPr>
        <p:spPr>
          <a:xfrm xmlns:a="http://schemas.openxmlformats.org/drawingml/2006/main">
            <a:off x="628650" y="43529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F1C95B"/>
                </a:solidFill>
              </a:defRPr>
            </a:defPPr>
          </a:lstStyle>
          <a:p xmlns:a="http://schemas.openxmlformats.org/drawingml/2006/main">
            <a:pPr>
              <a:defRPr sz="2250" b="1">
                <a:solidFill>
                  <a:srgbClr val="F1C95B"/>
                </a:solidFill>
              </a:defRPr>
            </a:pPr>
            <a:r>
              <a:rPr sz="2250" b="1">
                <a:solidFill>
                  <a:srgbClr val="F1C95B"/>
                </a:solidFill>
              </a:rPr>
              <a:t>30,334</a:t>
            </a:r>
          </a:p>
        </p:txBody>
      </p:sp>
      <p:sp>
        <p:nvSpPr>
          <p:cNvPr id="19" name="">
            <a:extLst xmlns:a="http://schemas.openxmlformats.org/drawingml/2006/main">
              <a:ext uri="{FF2B5EF4-FFF2-40B4-BE49-F238E27FC236}">
                <a16:creationId xmlns:a16="http://schemas.microsoft.com/office/drawing/2014/main" id="{82718BA7-1FBB-4C70-B679-74A57E0CB0AB}"/>
              </a:ext>
            </a:extLst>
          </p:cNvPr>
          <p:cNvSpPr>
            <a:spLocks xmlns:a="http://schemas.openxmlformats.org/drawingml/2006/main" noGrp="1"/>
          </p:cNvSpPr>
          <p:nvPr/>
        </p:nvSpPr>
        <p:spPr>
          <a:xfrm xmlns:a="http://schemas.openxmlformats.org/drawingml/2006/main">
            <a:off x="647700" y="477202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BFB8AA"/>
                </a:solidFill>
              </a:defRPr>
            </a:defPPr>
          </a:lstStyle>
          <a:p xmlns:a="http://schemas.openxmlformats.org/drawingml/2006/main">
            <a:pPr>
              <a:defRPr sz="975" b="0">
                <a:solidFill>
                  <a:srgbClr val="BFB8AA"/>
                </a:solidFill>
              </a:defRPr>
            </a:pPr>
            <a:r>
              <a:rPr sz="975" b="0">
                <a:solidFill>
                  <a:srgbClr val="BFB8AA"/>
                </a:solidFill>
              </a:rPr>
              <a:t>September: 49,468  |  October: 19,134</a:t>
            </a:r>
          </a:p>
        </p:txBody>
      </p:sp>
      <p:sp>
        <p:nvSpPr>
          <p:cNvPr id="20" name="">
            <a:extLst xmlns:a="http://schemas.openxmlformats.org/drawingml/2006/main">
              <a:ext uri="{FF2B5EF4-FFF2-40B4-BE49-F238E27FC236}">
                <a16:creationId xmlns:a16="http://schemas.microsoft.com/office/drawing/2014/main" id="{2296930F-96E4-47F4-8F16-412C5156C969}"/>
              </a:ext>
            </a:extLst>
          </p:cNvPr>
          <p:cNvSpPr>
            <a:spLocks xmlns:a="http://schemas.openxmlformats.org/drawingml/2006/main" noGrp="1"/>
          </p:cNvSpPr>
          <p:nvPr/>
        </p:nvSpPr>
        <p:spPr>
          <a:xfrm xmlns:a="http://schemas.openxmlformats.org/drawingml/2006/main">
            <a:off x="4000500" y="3686175"/>
            <a:ext cx="2190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WHY IT'S DOWN</a:t>
            </a:r>
          </a:p>
        </p:txBody>
      </p:sp>
      <p:sp>
        <p:nvSpPr>
          <p:cNvPr id="21" name="">
            <a:extLst xmlns:a="http://schemas.openxmlformats.org/drawingml/2006/main">
              <a:ext uri="{FF2B5EF4-FFF2-40B4-BE49-F238E27FC236}">
                <a16:creationId xmlns:a16="http://schemas.microsoft.com/office/drawing/2014/main" id="{C5725928-86B4-4099-8018-AEFA1B77E208}"/>
              </a:ext>
            </a:extLst>
          </p:cNvPr>
          <p:cNvSpPr>
            <a:spLocks xmlns:a="http://schemas.openxmlformats.org/drawingml/2006/main" noGrp="1"/>
          </p:cNvSpPr>
          <p:nvPr/>
        </p:nvSpPr>
        <p:spPr>
          <a:xfrm xmlns:a="http://schemas.openxmlformats.org/drawingml/2006/main">
            <a:off x="4000500" y="3933825"/>
            <a:ext cx="3190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F7F4EC"/>
                </a:solidFill>
              </a:defRPr>
            </a:defPPr>
          </a:lstStyle>
          <a:p xmlns:a="http://schemas.openxmlformats.org/drawingml/2006/main">
            <a:pPr>
              <a:defRPr sz="1275" b="0">
                <a:solidFill>
                  <a:srgbClr val="F7F4EC"/>
                </a:solidFill>
              </a:defRPr>
            </a:pPr>
            <a:r>
              <a:rPr sz="1275" b="0">
                <a:solidFill>
                  <a:srgbClr val="F7F4EC"/>
                </a:solidFill>
              </a:rPr>
              <a:t>Diamonds 39% of Sep 1-8 (19.1k/49.5k)</a:t>
            </a:r>
          </a:p>
          <a:p xmlns:a="http://schemas.openxmlformats.org/drawingml/2006/main">
            <a:pPr>
              <a:defRPr sz="1275" b="0">
                <a:solidFill>
                  <a:srgbClr val="F7F4EC"/>
                </a:solidFill>
              </a:defRPr>
            </a:pPr>
            <a:r>
              <a:rPr sz="1275" b="0">
                <a:solidFill>
                  <a:srgbClr val="F7F4EC"/>
                </a:solidFill>
              </a:rPr>
              <a:t>Hours 83% of Sep 1-8 (7h/9h)</a:t>
            </a:r>
          </a:p>
        </p:txBody>
      </p:sp>
      <p:sp>
        <p:nvSpPr>
          <p:cNvPr id="22" name="">
            <a:extLst xmlns:a="http://schemas.openxmlformats.org/drawingml/2006/main">
              <a:ext uri="{FF2B5EF4-FFF2-40B4-BE49-F238E27FC236}">
                <a16:creationId xmlns:a16="http://schemas.microsoft.com/office/drawing/2014/main" id="{CAF89D9C-C8FB-4E9B-BC74-67BB041E5940}"/>
              </a:ext>
            </a:extLst>
          </p:cNvPr>
          <p:cNvSpPr>
            <a:spLocks xmlns:a="http://schemas.openxmlformats.org/drawingml/2006/main" noGrp="1"/>
          </p:cNvSpPr>
          <p:nvPr/>
        </p:nvSpPr>
        <p:spPr>
          <a:xfrm xmlns:a="http://schemas.openxmlformats.org/drawingml/2006/main">
            <a:off x="7620000" y="3686175"/>
            <a:ext cx="2857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F1C95B"/>
                </a:solidFill>
              </a:defRPr>
            </a:defPPr>
          </a:lstStyle>
          <a:p xmlns:a="http://schemas.openxmlformats.org/drawingml/2006/main">
            <a:pPr>
              <a:defRPr sz="825" b="1">
                <a:solidFill>
                  <a:srgbClr val="F1C95B"/>
                </a:solidFill>
              </a:defRPr>
            </a:pPr>
            <a:r>
              <a:rPr sz="825" b="1">
                <a:solidFill>
                  <a:srgbClr val="F1C95B"/>
                </a:solidFill>
              </a:rPr>
              <a:t>MANAGER CONVERSATION</a:t>
            </a:r>
          </a:p>
        </p:txBody>
      </p:sp>
      <p:sp>
        <p:nvSpPr>
          <p:cNvPr id="23" name="">
            <a:extLst xmlns:a="http://schemas.openxmlformats.org/drawingml/2006/main">
              <a:ext uri="{FF2B5EF4-FFF2-40B4-BE49-F238E27FC236}">
                <a16:creationId xmlns:a16="http://schemas.microsoft.com/office/drawing/2014/main" id="{B59D30C4-86DC-4849-8428-32A06A2E9CE7}"/>
              </a:ext>
            </a:extLst>
          </p:cNvPr>
          <p:cNvSpPr>
            <a:spLocks xmlns:a="http://schemas.openxmlformats.org/drawingml/2006/main" noGrp="1"/>
          </p:cNvSpPr>
          <p:nvPr/>
        </p:nvSpPr>
        <p:spPr>
          <a:xfrm xmlns:a="http://schemas.openxmlformats.org/drawingml/2006/main">
            <a:off x="7620000" y="3933825"/>
            <a:ext cx="3810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F7F4EC"/>
                </a:solidFill>
              </a:defRPr>
            </a:defPPr>
          </a:lstStyle>
          <a:p xmlns:a="http://schemas.openxmlformats.org/drawingml/2006/main">
            <a:pPr>
              <a:defRPr sz="1200" b="0">
                <a:solidFill>
                  <a:srgbClr val="F7F4EC"/>
                </a:solidFill>
              </a:defRPr>
            </a:pPr>
            <a:r>
              <a:rPr sz="1200" b="0">
                <a:solidFill>
                  <a:srgbClr val="F7F4EC"/>
                </a:solidFill>
              </a:rPr>
              <a:t>Their live hours are down to 83% of their September level. Ask what is stopping them from going live, then agree a realistic weekly live schedule and check it is followed.</a:t>
            </a:r>
          </a:p>
          <a:p xmlns:a="http://schemas.openxmlformats.org/drawingml/2006/main">
            <a:r>
              <a:t/>
            </a:r>
          </a:p>
          <a:p xmlns:a="http://schemas.openxmlformats.org/drawingml/2006/main">
            <a:pPr>
              <a:defRPr sz="1200" b="0">
                <a:solidFill>
                  <a:srgbClr val="F7F4EC"/>
                </a:solidFill>
              </a:defRPr>
            </a:pPr>
            <a:r>
              <a:rPr sz="1200" b="0">
                <a:solidFill>
                  <a:srgbClr val="F7F4EC"/>
                </a:solidFill>
              </a:rPr>
              <a:t>Their match activity is down. Set a plan for at least 5 matches a day, help them find suitable partners, and review how the plan is going after a few days.</a:t>
            </a:r>
          </a:p>
        </p:txBody>
      </p:sp>
      <p:sp>
        <p:nvSpPr>
          <p:cNvPr id="24" name="">
            <a:extLst xmlns:a="http://schemas.openxmlformats.org/drawingml/2006/main">
              <a:ext uri="{FF2B5EF4-FFF2-40B4-BE49-F238E27FC236}">
                <a16:creationId xmlns:a16="http://schemas.microsoft.com/office/drawing/2014/main" id="{CCD23823-4D2D-472B-BDDB-B9780409296A}"/>
              </a:ext>
            </a:extLst>
          </p:cNvPr>
          <p:cNvSpPr>
            <a:spLocks xmlns:a="http://schemas.openxmlformats.org/drawingml/2006/main" noGrp="1"/>
          </p:cNvSpPr>
          <p:nvPr/>
        </p:nvSpPr>
        <p:spPr>
          <a:xfrm xmlns:a="http://schemas.openxmlformats.org/drawingml/2006/main">
            <a:off x="628650" y="6515100"/>
            <a:ext cx="4000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a:solidFill>
                  <a:srgbClr val="BFB8AA"/>
                </a:solidFill>
              </a:defRPr>
            </a:defPPr>
          </a:lstStyle>
          <a:p xmlns:a="http://schemas.openxmlformats.org/drawingml/2006/main">
            <a:pPr>
              <a:defRPr sz="750" b="0">
                <a:solidFill>
                  <a:srgbClr val="BFB8AA"/>
                </a:solidFill>
              </a:defRPr>
            </a:pPr>
            <a:r>
              <a:rPr sz="750" b="0">
                <a:solidFill>
                  <a:srgbClr val="BFB8AA"/>
                </a:solidFill>
              </a:rPr>
              <a:t>OCTOBER 2026  |  ACTION REVIEW  |  28</a:t>
            </a:r>
          </a:p>
        </p:txBody>
      </p:sp>
    </p:spTree>
    <p:extLst>
      <p:ext uri="{BB962C8B-B14F-4D97-AF65-F5344CB8AC3E}">
        <p14:creationId xmlns:p14="http://schemas.microsoft.com/office/powerpoint/2010/main" val="18474091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2026-10-09T13:38:03.2770000Z</dcterms:created>
  <dcterms:modified xsi:type="dcterms:W3CDTF">2026-10-09T13:38:03.2770000Z</dcterms:modified>
</coreProperties>
</file>